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3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43" r:id="rId4"/>
    <p:sldMasterId id="2147484129" r:id="rId5"/>
    <p:sldMasterId id="2147484074" r:id="rId6"/>
    <p:sldMasterId id="2147484209" r:id="rId7"/>
  </p:sldMasterIdLst>
  <p:notesMasterIdLst>
    <p:notesMasterId r:id="rId15"/>
  </p:notesMasterIdLst>
  <p:handoutMasterIdLst>
    <p:handoutMasterId r:id="rId16"/>
  </p:handoutMasterIdLst>
  <p:sldIdLst>
    <p:sldId id="419" r:id="rId8"/>
    <p:sldId id="258" r:id="rId9"/>
    <p:sldId id="1881839136" r:id="rId10"/>
    <p:sldId id="256" r:id="rId11"/>
    <p:sldId id="1881839138" r:id="rId12"/>
    <p:sldId id="261" r:id="rId13"/>
    <p:sldId id="1881839137" r:id="rId14"/>
  </p:sldIdLst>
  <p:sldSz cx="12192000" cy="6858000"/>
  <p:notesSz cx="6950075" cy="9236075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re Template Slides" id="{FBB67E76-04FE-4302-A0D6-4AB89CA6987A}">
          <p14:sldIdLst>
            <p14:sldId id="419"/>
            <p14:sldId id="258"/>
            <p14:sldId id="1881839136"/>
            <p14:sldId id="256"/>
            <p14:sldId id="1881839138"/>
            <p14:sldId id="261"/>
            <p14:sldId id="188183913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458B67-C412-0511-FAB3-4B17EB321652}" name="Chris Kramer" initials="CK" userId="S::Christopher.Kramer@ey.com::91898555-a6b5-4c1b-8618-941af9b6286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D2EC"/>
    <a:srgbClr val="5B9BD5"/>
    <a:srgbClr val="C4C4CD"/>
    <a:srgbClr val="FFE600"/>
    <a:srgbClr val="F6F6FA"/>
    <a:srgbClr val="1A1A24"/>
    <a:srgbClr val="747480"/>
    <a:srgbClr val="32FFFF"/>
    <a:srgbClr val="FF00FF"/>
    <a:srgbClr val="C5FD4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0EA6FE-92C9-4D5E-B458-F2C25B649D60}" v="34" dt="2026-09-17T15:27:58.7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57" autoAdjust="0"/>
  </p:normalViewPr>
  <p:slideViewPr>
    <p:cSldViewPr snapToGrid="0" snapToObjects="1" showGuides="1">
      <p:cViewPr varScale="1">
        <p:scale>
          <a:sx n="70" d="100"/>
          <a:sy n="70" d="100"/>
        </p:scale>
        <p:origin x="536" y="56"/>
      </p:cViewPr>
      <p:guideLst/>
    </p:cSldViewPr>
  </p:slideViewPr>
  <p:outlineViewPr>
    <p:cViewPr>
      <p:scale>
        <a:sx n="33" d="100"/>
        <a:sy n="33" d="100"/>
      </p:scale>
      <p:origin x="0" y="-11262"/>
    </p:cViewPr>
  </p:outlin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2440"/>
    </p:cViewPr>
  </p:sorterViewPr>
  <p:notesViewPr>
    <p:cSldViewPr snapToGrid="0" snapToObjects="1" showGuides="1">
      <p:cViewPr varScale="1">
        <p:scale>
          <a:sx n="79" d="100"/>
          <a:sy n="79" d="100"/>
        </p:scale>
        <p:origin x="2172" y="114"/>
      </p:cViewPr>
      <p:guideLst>
        <p:guide orient="horz" pos="2909"/>
        <p:guide pos="218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ags" Target="tags/tag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De Vicente Grau" userId="46183348-2291-47f1-aa1b-165cff0984cd" providerId="ADAL" clId="{A482A47D-0B28-4887-A040-A04402978156}"/>
    <pc:docChg chg="undo custSel addSld delSld modSld sldOrd delSection modSection">
      <pc:chgData name="Andrea De Vicente Grau" userId="46183348-2291-47f1-aa1b-165cff0984cd" providerId="ADAL" clId="{A482A47D-0B28-4887-A040-A04402978156}" dt="2026-09-17T19:52:36.090" v="1050" actId="478"/>
      <pc:docMkLst>
        <pc:docMk/>
      </pc:docMkLst>
      <pc:sldChg chg="addSp delSp modSp add mod setBg">
        <pc:chgData name="Andrea De Vicente Grau" userId="46183348-2291-47f1-aa1b-165cff0984cd" providerId="ADAL" clId="{A482A47D-0B28-4887-A040-A04402978156}" dt="2026-09-17T15:31:05.162" v="1038" actId="22"/>
        <pc:sldMkLst>
          <pc:docMk/>
          <pc:sldMk cId="0" sldId="256"/>
        </pc:sldMkLst>
        <pc:spChg chg="del">
          <ac:chgData name="Andrea De Vicente Grau" userId="46183348-2291-47f1-aa1b-165cff0984cd" providerId="ADAL" clId="{A482A47D-0B28-4887-A040-A04402978156}" dt="2026-09-17T15:07:43.816" v="693" actId="478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Andrea De Vicente Grau" userId="46183348-2291-47f1-aa1b-165cff0984cd" providerId="ADAL" clId="{A482A47D-0B28-4887-A040-A04402978156}" dt="2026-09-17T15:13:11.771" v="787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07:43.816" v="693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2:48.394" v="784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2:48.394" v="784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2:48.394" v="784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2:48.394" v="784" actId="478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Andrea De Vicente Grau" userId="46183348-2291-47f1-aa1b-165cff0984cd" providerId="ADAL" clId="{A482A47D-0B28-4887-A040-A04402978156}" dt="2026-09-17T15:12:48.394" v="784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2:48.394" v="784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2:48.394" v="784" actId="478"/>
          <ac:spMkLst>
            <pc:docMk/>
            <pc:sldMk cId="0" sldId="256"/>
            <ac:spMk id="13" creationId="{00000000-0000-0000-0000-000000000000}"/>
          </ac:spMkLst>
        </pc:spChg>
        <pc:spChg chg="del mod">
          <ac:chgData name="Andrea De Vicente Grau" userId="46183348-2291-47f1-aa1b-165cff0984cd" providerId="ADAL" clId="{A482A47D-0B28-4887-A040-A04402978156}" dt="2026-09-17T15:12:48.394" v="784" actId="478"/>
          <ac:spMkLst>
            <pc:docMk/>
            <pc:sldMk cId="0" sldId="256"/>
            <ac:spMk id="14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2:48.394" v="784" actId="478"/>
          <ac:spMkLst>
            <pc:docMk/>
            <pc:sldMk cId="0" sldId="256"/>
            <ac:spMk id="15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2:48.394" v="784" actId="47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16:27.745" v="855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13:21.817" v="789" actId="14100"/>
          <ac:spMkLst>
            <pc:docMk/>
            <pc:sldMk cId="0" sldId="256"/>
            <ac:spMk id="20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13:36.995" v="791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18:33.577" v="926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18:33.577" v="926" actId="1076"/>
          <ac:spMkLst>
            <pc:docMk/>
            <pc:sldMk cId="0" sldId="256"/>
            <ac:spMk id="2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18:23.023" v="925" actId="1076"/>
          <ac:spMkLst>
            <pc:docMk/>
            <pc:sldMk cId="0" sldId="256"/>
            <ac:spMk id="24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8:12.122" v="922" actId="478"/>
          <ac:spMkLst>
            <pc:docMk/>
            <pc:sldMk cId="0" sldId="256"/>
            <ac:spMk id="25" creationId="{00000000-0000-0000-0000-000000000000}"/>
          </ac:spMkLst>
        </pc:spChg>
        <pc:spChg chg="del mod">
          <ac:chgData name="Andrea De Vicente Grau" userId="46183348-2291-47f1-aa1b-165cff0984cd" providerId="ADAL" clId="{A482A47D-0B28-4887-A040-A04402978156}" dt="2026-09-17T15:18:10.604" v="921" actId="478"/>
          <ac:spMkLst>
            <pc:docMk/>
            <pc:sldMk cId="0" sldId="256"/>
            <ac:spMk id="26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20:46.940" v="941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13:41.930" v="792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20:37.802" v="936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20:37.802" v="936" actId="107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19:40.884" v="931" actId="1076"/>
          <ac:spMkLst>
            <pc:docMk/>
            <pc:sldMk cId="0" sldId="256"/>
            <ac:spMk id="34" creationId="{00000000-0000-0000-0000-000000000000}"/>
          </ac:spMkLst>
        </pc:spChg>
        <pc:spChg chg="del mod">
          <ac:chgData name="Andrea De Vicente Grau" userId="46183348-2291-47f1-aa1b-165cff0984cd" providerId="ADAL" clId="{A482A47D-0B28-4887-A040-A04402978156}" dt="2026-09-17T15:19:30.472" v="928" actId="478"/>
          <ac:spMkLst>
            <pc:docMk/>
            <pc:sldMk cId="0" sldId="256"/>
            <ac:spMk id="35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9:28.833" v="927" actId="478"/>
          <ac:spMkLst>
            <pc:docMk/>
            <pc:sldMk cId="0" sldId="256"/>
            <ac:spMk id="36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9:05.680" v="743" actId="20577"/>
          <ac:spMkLst>
            <pc:docMk/>
            <pc:sldMk cId="0" sldId="256"/>
            <ac:spMk id="38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31:04.797" v="1037" actId="478"/>
          <ac:spMkLst>
            <pc:docMk/>
            <pc:sldMk cId="0" sldId="256"/>
            <ac:spMk id="40" creationId="{00000000-0000-0000-0000-000000000000}"/>
          </ac:spMkLst>
        </pc:spChg>
        <pc:spChg chg="add mod">
          <ac:chgData name="Andrea De Vicente Grau" userId="46183348-2291-47f1-aa1b-165cff0984cd" providerId="ADAL" clId="{A482A47D-0B28-4887-A040-A04402978156}" dt="2026-09-17T15:07:58.299" v="714" actId="20577"/>
          <ac:spMkLst>
            <pc:docMk/>
            <pc:sldMk cId="0" sldId="256"/>
            <ac:spMk id="42" creationId="{19AF3894-333B-5767-35BD-D950ACF93F20}"/>
          </ac:spMkLst>
        </pc:spChg>
        <pc:spChg chg="add">
          <ac:chgData name="Andrea De Vicente Grau" userId="46183348-2291-47f1-aa1b-165cff0984cd" providerId="ADAL" clId="{A482A47D-0B28-4887-A040-A04402978156}" dt="2026-09-17T15:07:52.240" v="694" actId="22"/>
          <ac:spMkLst>
            <pc:docMk/>
            <pc:sldMk cId="0" sldId="256"/>
            <ac:spMk id="44" creationId="{6DE13EF7-387B-26F6-3ED1-D04666CA0539}"/>
          </ac:spMkLst>
        </pc:spChg>
        <pc:spChg chg="add mod">
          <ac:chgData name="Andrea De Vicente Grau" userId="46183348-2291-47f1-aa1b-165cff0984cd" providerId="ADAL" clId="{A482A47D-0B28-4887-A040-A04402978156}" dt="2026-09-17T15:13:21.817" v="789" actId="14100"/>
          <ac:spMkLst>
            <pc:docMk/>
            <pc:sldMk cId="0" sldId="256"/>
            <ac:spMk id="46" creationId="{93C29CC5-4BF7-C145-D114-AAFAC523619A}"/>
          </ac:spMkLst>
        </pc:spChg>
        <pc:spChg chg="add">
          <ac:chgData name="Andrea De Vicente Grau" userId="46183348-2291-47f1-aa1b-165cff0984cd" providerId="ADAL" clId="{A482A47D-0B28-4887-A040-A04402978156}" dt="2026-09-17T15:12:49.009" v="785" actId="22"/>
          <ac:spMkLst>
            <pc:docMk/>
            <pc:sldMk cId="0" sldId="256"/>
            <ac:spMk id="48" creationId="{FE121B5E-B497-31DE-35BE-334CE6479A16}"/>
          </ac:spMkLst>
        </pc:spChg>
        <pc:spChg chg="add">
          <ac:chgData name="Andrea De Vicente Grau" userId="46183348-2291-47f1-aa1b-165cff0984cd" providerId="ADAL" clId="{A482A47D-0B28-4887-A040-A04402978156}" dt="2026-09-17T15:12:49.009" v="785" actId="22"/>
          <ac:spMkLst>
            <pc:docMk/>
            <pc:sldMk cId="0" sldId="256"/>
            <ac:spMk id="50" creationId="{B12E545C-F417-C125-DDC8-F3E8B43DF2A1}"/>
          </ac:spMkLst>
        </pc:spChg>
        <pc:spChg chg="add">
          <ac:chgData name="Andrea De Vicente Grau" userId="46183348-2291-47f1-aa1b-165cff0984cd" providerId="ADAL" clId="{A482A47D-0B28-4887-A040-A04402978156}" dt="2026-09-17T15:12:49.009" v="785" actId="22"/>
          <ac:spMkLst>
            <pc:docMk/>
            <pc:sldMk cId="0" sldId="256"/>
            <ac:spMk id="52" creationId="{BD7E4630-20AF-E114-75F1-C3691B34F9EC}"/>
          </ac:spMkLst>
        </pc:spChg>
        <pc:spChg chg="add mod">
          <ac:chgData name="Andrea De Vicente Grau" userId="46183348-2291-47f1-aa1b-165cff0984cd" providerId="ADAL" clId="{A482A47D-0B28-4887-A040-A04402978156}" dt="2026-09-17T15:13:21.817" v="789" actId="14100"/>
          <ac:spMkLst>
            <pc:docMk/>
            <pc:sldMk cId="0" sldId="256"/>
            <ac:spMk id="54" creationId="{9C847B6A-994A-82F0-E53D-BDD10181C96C}"/>
          </ac:spMkLst>
        </pc:spChg>
        <pc:spChg chg="add mod">
          <ac:chgData name="Andrea De Vicente Grau" userId="46183348-2291-47f1-aa1b-165cff0984cd" providerId="ADAL" clId="{A482A47D-0B28-4887-A040-A04402978156}" dt="2026-09-17T15:13:27.484" v="790" actId="1076"/>
          <ac:spMkLst>
            <pc:docMk/>
            <pc:sldMk cId="0" sldId="256"/>
            <ac:spMk id="58" creationId="{AA9744AD-0CB4-5CE1-814B-33E82B6CF263}"/>
          </ac:spMkLst>
        </pc:spChg>
        <pc:spChg chg="add mod">
          <ac:chgData name="Andrea De Vicente Grau" userId="46183348-2291-47f1-aa1b-165cff0984cd" providerId="ADAL" clId="{A482A47D-0B28-4887-A040-A04402978156}" dt="2026-09-17T15:21:10.118" v="943" actId="1076"/>
          <ac:spMkLst>
            <pc:docMk/>
            <pc:sldMk cId="0" sldId="256"/>
            <ac:spMk id="60" creationId="{CABEBF28-081E-C6C1-1DB2-7F2758F2B3E9}"/>
          </ac:spMkLst>
        </pc:spChg>
        <pc:spChg chg="add mod">
          <ac:chgData name="Andrea De Vicente Grau" userId="46183348-2291-47f1-aa1b-165cff0984cd" providerId="ADAL" clId="{A482A47D-0B28-4887-A040-A04402978156}" dt="2026-09-17T15:21:10.118" v="943" actId="1076"/>
          <ac:spMkLst>
            <pc:docMk/>
            <pc:sldMk cId="0" sldId="256"/>
            <ac:spMk id="62" creationId="{2FB91DA6-5043-1FAD-715B-3A9F14101ACE}"/>
          </ac:spMkLst>
        </pc:spChg>
        <pc:spChg chg="add mod">
          <ac:chgData name="Andrea De Vicente Grau" userId="46183348-2291-47f1-aa1b-165cff0984cd" providerId="ADAL" clId="{A482A47D-0B28-4887-A040-A04402978156}" dt="2026-09-17T15:21:43.678" v="953" actId="121"/>
          <ac:spMkLst>
            <pc:docMk/>
            <pc:sldMk cId="0" sldId="256"/>
            <ac:spMk id="64" creationId="{E7CC9C9D-EF4A-5F97-AA19-F43B5A0E5730}"/>
          </ac:spMkLst>
        </pc:spChg>
        <pc:spChg chg="add mod">
          <ac:chgData name="Andrea De Vicente Grau" userId="46183348-2291-47f1-aa1b-165cff0984cd" providerId="ADAL" clId="{A482A47D-0B28-4887-A040-A04402978156}" dt="2026-09-17T15:21:43.678" v="953" actId="121"/>
          <ac:spMkLst>
            <pc:docMk/>
            <pc:sldMk cId="0" sldId="256"/>
            <ac:spMk id="66" creationId="{056A81C0-5AF4-AD71-3C2A-544B3451716E}"/>
          </ac:spMkLst>
        </pc:spChg>
        <pc:spChg chg="add">
          <ac:chgData name="Andrea De Vicente Grau" userId="46183348-2291-47f1-aa1b-165cff0984cd" providerId="ADAL" clId="{A482A47D-0B28-4887-A040-A04402978156}" dt="2026-09-17T15:31:05.162" v="1038" actId="22"/>
          <ac:spMkLst>
            <pc:docMk/>
            <pc:sldMk cId="0" sldId="256"/>
            <ac:spMk id="68" creationId="{30908C0F-A25E-3EBC-97C5-A0F4B9FEF673}"/>
          </ac:spMkLst>
        </pc:spChg>
        <pc:graphicFrameChg chg="add">
          <ac:chgData name="Andrea De Vicente Grau" userId="46183348-2291-47f1-aa1b-165cff0984cd" providerId="ADAL" clId="{A482A47D-0B28-4887-A040-A04402978156}" dt="2026-09-17T15:12:49.009" v="785" actId="22"/>
          <ac:graphicFrameMkLst>
            <pc:docMk/>
            <pc:sldMk cId="0" sldId="256"/>
            <ac:graphicFrameMk id="56" creationId="{138FFCA0-A397-BC8A-0958-4881C0AA7CA7}"/>
          </ac:graphicFrameMkLst>
        </pc:graphicFrameChg>
      </pc:sldChg>
      <pc:sldChg chg="addSp delSp modSp add mod setBg modNotes">
        <pc:chgData name="Andrea De Vicente Grau" userId="46183348-2291-47f1-aa1b-165cff0984cd" providerId="ADAL" clId="{A482A47D-0B28-4887-A040-A04402978156}" dt="2026-09-17T15:30:52.148" v="1033" actId="1035"/>
        <pc:sldMkLst>
          <pc:docMk/>
          <pc:sldMk cId="0" sldId="258"/>
        </pc:sldMkLst>
        <pc:spChg chg="add mod">
          <ac:chgData name="Andrea De Vicente Grau" userId="46183348-2291-47f1-aa1b-165cff0984cd" providerId="ADAL" clId="{A482A47D-0B28-4887-A040-A04402978156}" dt="2026-09-17T14:33:41.293" v="275" actId="14100"/>
          <ac:spMkLst>
            <pc:docMk/>
            <pc:sldMk cId="0" sldId="258"/>
            <ac:spMk id="3" creationId="{B3F7E434-F850-B0A4-6560-645C89251713}"/>
          </ac:spMkLst>
        </pc:spChg>
        <pc:spChg chg="add del mod">
          <ac:chgData name="Andrea De Vicente Grau" userId="46183348-2291-47f1-aa1b-165cff0984cd" providerId="ADAL" clId="{A482A47D-0B28-4887-A040-A04402978156}" dt="2026-09-17T14:46:09.456" v="369" actId="255"/>
          <ac:spMkLst>
            <pc:docMk/>
            <pc:sldMk cId="0" sldId="258"/>
            <ac:spMk id="5" creationId="{477D54C8-D1E5-8AF0-3F74-8B2BD1151090}"/>
          </ac:spMkLst>
        </pc:spChg>
        <pc:spChg chg="mod">
          <ac:chgData name="Andrea De Vicente Grau" userId="46183348-2291-47f1-aa1b-165cff0984cd" providerId="ADAL" clId="{A482A47D-0B28-4887-A040-A04402978156}" dt="2026-09-17T15:30:52.148" v="1033" actId="1035"/>
          <ac:spMkLst>
            <pc:docMk/>
            <pc:sldMk cId="0" sldId="258"/>
            <ac:spMk id="42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30:46.031" v="1030" actId="478"/>
          <ac:spMkLst>
            <pc:docMk/>
            <pc:sldMk cId="0" sldId="258"/>
            <ac:spMk id="4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57:45.332" v="542" actId="20577"/>
          <ac:spMkLst>
            <pc:docMk/>
            <pc:sldMk cId="0" sldId="258"/>
            <ac:spMk id="44" creationId="{00000000-0000-0000-0000-000000000000}"/>
          </ac:spMkLst>
        </pc:spChg>
        <pc:spChg chg="del mod">
          <ac:chgData name="Andrea De Vicente Grau" userId="46183348-2291-47f1-aa1b-165cff0984cd" providerId="ADAL" clId="{A482A47D-0B28-4887-A040-A04402978156}" dt="2026-09-17T15:14:31.129" v="813" actId="478"/>
          <ac:spMkLst>
            <pc:docMk/>
            <pc:sldMk cId="0" sldId="258"/>
            <ac:spMk id="45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54:13.541" v="453" actId="1076"/>
          <ac:spMkLst>
            <pc:docMk/>
            <pc:sldMk cId="0" sldId="258"/>
            <ac:spMk id="46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5:10.113" v="303" actId="1076"/>
          <ac:spMkLst>
            <pc:docMk/>
            <pc:sldMk cId="0" sldId="258"/>
            <ac:spMk id="48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5:10.113" v="303" actId="1076"/>
          <ac:spMkLst>
            <pc:docMk/>
            <pc:sldMk cId="0" sldId="258"/>
            <ac:spMk id="49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5:10.113" v="303" actId="1076"/>
          <ac:spMkLst>
            <pc:docMk/>
            <pc:sldMk cId="0" sldId="258"/>
            <ac:spMk id="5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5:10.113" v="303" actId="1076"/>
          <ac:spMkLst>
            <pc:docMk/>
            <pc:sldMk cId="0" sldId="258"/>
            <ac:spMk id="5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5:10.113" v="303" actId="1076"/>
          <ac:spMkLst>
            <pc:docMk/>
            <pc:sldMk cId="0" sldId="258"/>
            <ac:spMk id="5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5:10.113" v="303" actId="1076"/>
          <ac:spMkLst>
            <pc:docMk/>
            <pc:sldMk cId="0" sldId="258"/>
            <ac:spMk id="57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5:10.113" v="303" actId="1076"/>
          <ac:spMkLst>
            <pc:docMk/>
            <pc:sldMk cId="0" sldId="258"/>
            <ac:spMk id="58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5:10.113" v="303" actId="1076"/>
          <ac:spMkLst>
            <pc:docMk/>
            <pc:sldMk cId="0" sldId="258"/>
            <ac:spMk id="6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5:10.113" v="303" actId="1076"/>
          <ac:spMkLst>
            <pc:docMk/>
            <pc:sldMk cId="0" sldId="258"/>
            <ac:spMk id="6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5:10.113" v="303" actId="1076"/>
          <ac:spMkLst>
            <pc:docMk/>
            <pc:sldMk cId="0" sldId="258"/>
            <ac:spMk id="64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14:36.549" v="815" actId="20577"/>
          <ac:spMkLst>
            <pc:docMk/>
            <pc:sldMk cId="0" sldId="258"/>
            <ac:spMk id="67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6:19.614" v="307" actId="1076"/>
          <ac:spMkLst>
            <pc:docMk/>
            <pc:sldMk cId="0" sldId="258"/>
            <ac:spMk id="68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6:19.614" v="307" actId="1076"/>
          <ac:spMkLst>
            <pc:docMk/>
            <pc:sldMk cId="0" sldId="258"/>
            <ac:spMk id="69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6:19.614" v="307" actId="1076"/>
          <ac:spMkLst>
            <pc:docMk/>
            <pc:sldMk cId="0" sldId="258"/>
            <ac:spMk id="7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6:19.614" v="307" actId="1076"/>
          <ac:spMkLst>
            <pc:docMk/>
            <pc:sldMk cId="0" sldId="258"/>
            <ac:spMk id="7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6:19.614" v="307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6:19.614" v="307" actId="1076"/>
          <ac:spMkLst>
            <pc:docMk/>
            <pc:sldMk cId="0" sldId="258"/>
            <ac:spMk id="74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6:19.614" v="307" actId="1076"/>
          <ac:spMkLst>
            <pc:docMk/>
            <pc:sldMk cId="0" sldId="258"/>
            <ac:spMk id="75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6:19.614" v="307" actId="1076"/>
          <ac:spMkLst>
            <pc:docMk/>
            <pc:sldMk cId="0" sldId="258"/>
            <ac:spMk id="76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4:36:19.614" v="307" actId="1076"/>
          <ac:spMkLst>
            <pc:docMk/>
            <pc:sldMk cId="0" sldId="258"/>
            <ac:spMk id="79" creationId="{00000000-0000-0000-0000-000000000000}"/>
          </ac:spMkLst>
        </pc:spChg>
        <pc:graphicFrameChg chg="add mod">
          <ac:chgData name="Andrea De Vicente Grau" userId="46183348-2291-47f1-aa1b-165cff0984cd" providerId="ADAL" clId="{A482A47D-0B28-4887-A040-A04402978156}" dt="2026-09-17T14:34:01.685" v="276"/>
          <ac:graphicFrameMkLst>
            <pc:docMk/>
            <pc:sldMk cId="0" sldId="258"/>
            <ac:graphicFrameMk id="4" creationId="{B0A558CD-FA87-7F3B-E69B-DAF3C5541A9B}"/>
          </ac:graphicFrameMkLst>
        </pc:graphicFrameChg>
        <pc:graphicFrameChg chg="add del mod">
          <ac:chgData name="Andrea De Vicente Grau" userId="46183348-2291-47f1-aa1b-165cff0984cd" providerId="ADAL" clId="{A482A47D-0B28-4887-A040-A04402978156}" dt="2026-09-17T14:34:47.378" v="287" actId="478"/>
          <ac:graphicFrameMkLst>
            <pc:docMk/>
            <pc:sldMk cId="0" sldId="258"/>
            <ac:graphicFrameMk id="6" creationId="{01FE0891-272D-BE49-28FF-BE10DF877BA4}"/>
          </ac:graphicFrameMkLst>
        </pc:graphicFrameChg>
      </pc:sldChg>
      <pc:sldChg chg="addSp delSp modSp add del mod setBg modNotes">
        <pc:chgData name="Andrea De Vicente Grau" userId="46183348-2291-47f1-aa1b-165cff0984cd" providerId="ADAL" clId="{A482A47D-0B28-4887-A040-A04402978156}" dt="2026-09-17T15:28:28.709" v="1020" actId="47"/>
        <pc:sldMkLst>
          <pc:docMk/>
          <pc:sldMk cId="0" sldId="259"/>
        </pc:sldMkLst>
        <pc:spChg chg="add mod">
          <ac:chgData name="Andrea De Vicente Grau" userId="46183348-2291-47f1-aa1b-165cff0984cd" providerId="ADAL" clId="{A482A47D-0B28-4887-A040-A04402978156}" dt="2026-09-17T15:17:31.724" v="918" actId="20577"/>
          <ac:spMkLst>
            <pc:docMk/>
            <pc:sldMk cId="0" sldId="259"/>
            <ac:spMk id="3" creationId="{46123F08-4D9E-B5A1-4B1E-E9477CBFB374}"/>
          </ac:spMkLst>
        </pc:spChg>
        <pc:spChg chg="add">
          <ac:chgData name="Andrea De Vicente Grau" userId="46183348-2291-47f1-aa1b-165cff0984cd" providerId="ADAL" clId="{A482A47D-0B28-4887-A040-A04402978156}" dt="2026-09-17T15:17:18.378" v="894" actId="22"/>
          <ac:spMkLst>
            <pc:docMk/>
            <pc:sldMk cId="0" sldId="259"/>
            <ac:spMk id="5" creationId="{273F6877-55DB-D599-CC89-56AD391F3BE3}"/>
          </ac:spMkLst>
        </pc:spChg>
        <pc:spChg chg="del mod">
          <ac:chgData name="Andrea De Vicente Grau" userId="46183348-2291-47f1-aa1b-165cff0984cd" providerId="ADAL" clId="{A482A47D-0B28-4887-A040-A04402978156}" dt="2026-09-17T15:17:17.907" v="893" actId="478"/>
          <ac:spMkLst>
            <pc:docMk/>
            <pc:sldMk cId="0" sldId="259"/>
            <ac:spMk id="84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7:17.907" v="893" actId="478"/>
          <ac:spMkLst>
            <pc:docMk/>
            <pc:sldMk cId="0" sldId="259"/>
            <ac:spMk id="85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7:17.907" v="893" actId="478"/>
          <ac:spMkLst>
            <pc:docMk/>
            <pc:sldMk cId="0" sldId="259"/>
            <ac:spMk id="86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17:34.076" v="919" actId="478"/>
          <ac:spMkLst>
            <pc:docMk/>
            <pc:sldMk cId="0" sldId="259"/>
            <ac:spMk id="89" creationId="{00000000-0000-0000-0000-000000000000}"/>
          </ac:spMkLst>
        </pc:spChg>
      </pc:sldChg>
      <pc:sldChg chg="addSp delSp modSp add mod setBg modNotes">
        <pc:chgData name="Andrea De Vicente Grau" userId="46183348-2291-47f1-aa1b-165cff0984cd" providerId="ADAL" clId="{A482A47D-0B28-4887-A040-A04402978156}" dt="2026-09-17T15:31:18.890" v="1044" actId="22"/>
        <pc:sldMkLst>
          <pc:docMk/>
          <pc:sldMk cId="0" sldId="261"/>
        </pc:sldMkLst>
        <pc:spChg chg="add">
          <ac:chgData name="Andrea De Vicente Grau" userId="46183348-2291-47f1-aa1b-165cff0984cd" providerId="ADAL" clId="{A482A47D-0B28-4887-A040-A04402978156}" dt="2026-09-17T15:00:19.253" v="548" actId="22"/>
          <ac:spMkLst>
            <pc:docMk/>
            <pc:sldMk cId="0" sldId="261"/>
            <ac:spMk id="3" creationId="{46596F45-EA86-95EA-75A3-CDD52180123C}"/>
          </ac:spMkLst>
        </pc:spChg>
        <pc:spChg chg="add">
          <ac:chgData name="Andrea De Vicente Grau" userId="46183348-2291-47f1-aa1b-165cff0984cd" providerId="ADAL" clId="{A482A47D-0B28-4887-A040-A04402978156}" dt="2026-09-17T15:31:18.890" v="1044" actId="22"/>
          <ac:spMkLst>
            <pc:docMk/>
            <pc:sldMk cId="0" sldId="261"/>
            <ac:spMk id="5" creationId="{EFC65079-DAE5-412D-33CE-EC665CABBF68}"/>
          </ac:spMkLst>
        </pc:spChg>
        <pc:spChg chg="del mod">
          <ac:chgData name="Andrea De Vicente Grau" userId="46183348-2291-47f1-aa1b-165cff0984cd" providerId="ADAL" clId="{A482A47D-0B28-4887-A040-A04402978156}" dt="2026-09-17T15:31:18.471" v="1043" actId="478"/>
          <ac:spMkLst>
            <pc:docMk/>
            <pc:sldMk cId="0" sldId="261"/>
            <ac:spMk id="115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31:15.183" v="1041" actId="478"/>
          <ac:spMkLst>
            <pc:docMk/>
            <pc:sldMk cId="0" sldId="261"/>
            <ac:spMk id="116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1:59.987" v="618" actId="20577"/>
          <ac:spMkLst>
            <pc:docMk/>
            <pc:sldMk cId="0" sldId="261"/>
            <ac:spMk id="117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00:13.202" v="546" actId="478"/>
          <ac:spMkLst>
            <pc:docMk/>
            <pc:sldMk cId="0" sldId="261"/>
            <ac:spMk id="118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00:18.624" v="547" actId="478"/>
          <ac:spMkLst>
            <pc:docMk/>
            <pc:sldMk cId="0" sldId="261"/>
            <ac:spMk id="119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3:16.204" v="648" actId="108"/>
          <ac:spMkLst>
            <pc:docMk/>
            <pc:sldMk cId="0" sldId="261"/>
            <ac:spMk id="120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3:20.838" v="649" actId="108"/>
          <ac:spMkLst>
            <pc:docMk/>
            <pc:sldMk cId="0" sldId="261"/>
            <ac:spMk id="121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3:26.411" v="650" actId="108"/>
          <ac:spMkLst>
            <pc:docMk/>
            <pc:sldMk cId="0" sldId="261"/>
            <ac:spMk id="12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3:02.753" v="640" actId="20577"/>
          <ac:spMkLst>
            <pc:docMk/>
            <pc:sldMk cId="0" sldId="261"/>
            <ac:spMk id="12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3:07.488" v="647" actId="20577"/>
          <ac:spMkLst>
            <pc:docMk/>
            <pc:sldMk cId="0" sldId="261"/>
            <ac:spMk id="129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2:08.068" v="619" actId="208"/>
          <ac:spMkLst>
            <pc:docMk/>
            <pc:sldMk cId="0" sldId="261"/>
            <ac:spMk id="132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3:52.426" v="652" actId="207"/>
          <ac:spMkLst>
            <pc:docMk/>
            <pc:sldMk cId="0" sldId="261"/>
            <ac:spMk id="133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3:44.209" v="651" actId="108"/>
          <ac:spMkLst>
            <pc:docMk/>
            <pc:sldMk cId="0" sldId="261"/>
            <ac:spMk id="138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3:52.426" v="652" actId="207"/>
          <ac:spMkLst>
            <pc:docMk/>
            <pc:sldMk cId="0" sldId="261"/>
            <ac:spMk id="139" creationId="{00000000-0000-0000-0000-000000000000}"/>
          </ac:spMkLst>
        </pc:spChg>
        <pc:spChg chg="mod">
          <ac:chgData name="Andrea De Vicente Grau" userId="46183348-2291-47f1-aa1b-165cff0984cd" providerId="ADAL" clId="{A482A47D-0B28-4887-A040-A04402978156}" dt="2026-09-17T15:01:01.390" v="582" actId="20577"/>
          <ac:spMkLst>
            <pc:docMk/>
            <pc:sldMk cId="0" sldId="261"/>
            <ac:spMk id="141" creationId="{00000000-0000-0000-0000-000000000000}"/>
          </ac:spMkLst>
        </pc:spChg>
        <pc:spChg chg="del">
          <ac:chgData name="Andrea De Vicente Grau" userId="46183348-2291-47f1-aa1b-165cff0984cd" providerId="ADAL" clId="{A482A47D-0B28-4887-A040-A04402978156}" dt="2026-09-17T15:04:00.503" v="653" actId="478"/>
          <ac:spMkLst>
            <pc:docMk/>
            <pc:sldMk cId="0" sldId="261"/>
            <ac:spMk id="143" creationId="{00000000-0000-0000-0000-000000000000}"/>
          </ac:spMkLst>
        </pc:spChg>
      </pc:sldChg>
      <pc:sldChg chg="add del setBg modNotes">
        <pc:chgData name="Andrea De Vicente Grau" userId="46183348-2291-47f1-aa1b-165cff0984cd" providerId="ADAL" clId="{A482A47D-0B28-4887-A040-A04402978156}" dt="2026-09-17T14:39:08.292" v="339" actId="47"/>
        <pc:sldMkLst>
          <pc:docMk/>
          <pc:sldMk cId="0" sldId="263"/>
        </pc:sldMkLst>
      </pc:sldChg>
      <pc:sldChg chg="del">
        <pc:chgData name="Andrea De Vicente Grau" userId="46183348-2291-47f1-aa1b-165cff0984cd" providerId="ADAL" clId="{A482A47D-0B28-4887-A040-A04402978156}" dt="2026-09-17T15:35:54.807" v="1049" actId="47"/>
        <pc:sldMkLst>
          <pc:docMk/>
          <pc:sldMk cId="3975885782" sldId="303"/>
        </pc:sldMkLst>
      </pc:sldChg>
      <pc:sldChg chg="del">
        <pc:chgData name="Andrea De Vicente Grau" userId="46183348-2291-47f1-aa1b-165cff0984cd" providerId="ADAL" clId="{A482A47D-0B28-4887-A040-A04402978156}" dt="2026-09-17T14:57:22.375" v="539" actId="47"/>
        <pc:sldMkLst>
          <pc:docMk/>
          <pc:sldMk cId="3859523569" sldId="316"/>
        </pc:sldMkLst>
      </pc:sldChg>
      <pc:sldChg chg="del">
        <pc:chgData name="Andrea De Vicente Grau" userId="46183348-2291-47f1-aa1b-165cff0984cd" providerId="ADAL" clId="{A482A47D-0B28-4887-A040-A04402978156}" dt="2026-09-17T14:57:20.160" v="538" actId="47"/>
        <pc:sldMkLst>
          <pc:docMk/>
          <pc:sldMk cId="2974971264" sldId="317"/>
        </pc:sldMkLst>
      </pc:sldChg>
      <pc:sldChg chg="del">
        <pc:chgData name="Andrea De Vicente Grau" userId="46183348-2291-47f1-aa1b-165cff0984cd" providerId="ADAL" clId="{A482A47D-0B28-4887-A040-A04402978156}" dt="2026-09-17T14:57:23.845" v="540" actId="47"/>
        <pc:sldMkLst>
          <pc:docMk/>
          <pc:sldMk cId="3349765072" sldId="339"/>
        </pc:sldMkLst>
      </pc:sldChg>
      <pc:sldChg chg="delSp modSp mod">
        <pc:chgData name="Andrea De Vicente Grau" userId="46183348-2291-47f1-aa1b-165cff0984cd" providerId="ADAL" clId="{A482A47D-0B28-4887-A040-A04402978156}" dt="2026-09-17T14:13:46.238" v="66"/>
        <pc:sldMkLst>
          <pc:docMk/>
          <pc:sldMk cId="3359828720" sldId="419"/>
        </pc:sldMkLst>
        <pc:spChg chg="del">
          <ac:chgData name="Andrea De Vicente Grau" userId="46183348-2291-47f1-aa1b-165cff0984cd" providerId="ADAL" clId="{A482A47D-0B28-4887-A040-A04402978156}" dt="2026-09-17T11:30:41.364" v="34" actId="478"/>
          <ac:spMkLst>
            <pc:docMk/>
            <pc:sldMk cId="3359828720" sldId="419"/>
            <ac:spMk id="4" creationId="{A24EC9AE-4193-8096-0CD0-C65B7D14DAA3}"/>
          </ac:spMkLst>
        </pc:spChg>
        <pc:spChg chg="mod">
          <ac:chgData name="Andrea De Vicente Grau" userId="46183348-2291-47f1-aa1b-165cff0984cd" providerId="ADAL" clId="{A482A47D-0B28-4887-A040-A04402978156}" dt="2026-09-17T14:03:02.038" v="63" actId="1076"/>
          <ac:spMkLst>
            <pc:docMk/>
            <pc:sldMk cId="3359828720" sldId="419"/>
            <ac:spMk id="6" creationId="{E22B6E94-7EFF-F4AF-6DEE-D59791BE0BC5}"/>
          </ac:spMkLst>
        </pc:spChg>
        <pc:spChg chg="mod">
          <ac:chgData name="Andrea De Vicente Grau" userId="46183348-2291-47f1-aa1b-165cff0984cd" providerId="ADAL" clId="{A482A47D-0B28-4887-A040-A04402978156}" dt="2026-09-17T14:13:46.238" v="66"/>
          <ac:spMkLst>
            <pc:docMk/>
            <pc:sldMk cId="3359828720" sldId="419"/>
            <ac:spMk id="10" creationId="{0D369242-9032-FA49-40E3-3539D4DAF7E0}"/>
          </ac:spMkLst>
        </pc:spChg>
      </pc:sldChg>
      <pc:sldChg chg="del">
        <pc:chgData name="Andrea De Vicente Grau" userId="46183348-2291-47f1-aa1b-165cff0984cd" providerId="ADAL" clId="{A482A47D-0B28-4887-A040-A04402978156}" dt="2026-09-17T15:35:34.155" v="1046" actId="47"/>
        <pc:sldMkLst>
          <pc:docMk/>
          <pc:sldMk cId="1590325512" sldId="1881839030"/>
        </pc:sldMkLst>
      </pc:sldChg>
      <pc:sldChg chg="del">
        <pc:chgData name="Andrea De Vicente Grau" userId="46183348-2291-47f1-aa1b-165cff0984cd" providerId="ADAL" clId="{A482A47D-0B28-4887-A040-A04402978156}" dt="2026-09-17T15:35:34.155" v="1046" actId="47"/>
        <pc:sldMkLst>
          <pc:docMk/>
          <pc:sldMk cId="1529045649" sldId="1881839034"/>
        </pc:sldMkLst>
      </pc:sldChg>
      <pc:sldChg chg="del">
        <pc:chgData name="Andrea De Vicente Grau" userId="46183348-2291-47f1-aa1b-165cff0984cd" providerId="ADAL" clId="{A482A47D-0B28-4887-A040-A04402978156}" dt="2026-09-17T15:35:34.155" v="1046" actId="47"/>
        <pc:sldMkLst>
          <pc:docMk/>
          <pc:sldMk cId="122426159" sldId="1881839035"/>
        </pc:sldMkLst>
      </pc:sldChg>
      <pc:sldChg chg="del">
        <pc:chgData name="Andrea De Vicente Grau" userId="46183348-2291-47f1-aa1b-165cff0984cd" providerId="ADAL" clId="{A482A47D-0B28-4887-A040-A04402978156}" dt="2026-09-17T15:35:34.155" v="1046" actId="47"/>
        <pc:sldMkLst>
          <pc:docMk/>
          <pc:sldMk cId="3513784061" sldId="1881839036"/>
        </pc:sldMkLst>
      </pc:sldChg>
      <pc:sldChg chg="del">
        <pc:chgData name="Andrea De Vicente Grau" userId="46183348-2291-47f1-aa1b-165cff0984cd" providerId="ADAL" clId="{A482A47D-0B28-4887-A040-A04402978156}" dt="2026-09-17T15:35:34.155" v="1046" actId="47"/>
        <pc:sldMkLst>
          <pc:docMk/>
          <pc:sldMk cId="2403416694" sldId="1881839037"/>
        </pc:sldMkLst>
      </pc:sldChg>
      <pc:sldChg chg="del">
        <pc:chgData name="Andrea De Vicente Grau" userId="46183348-2291-47f1-aa1b-165cff0984cd" providerId="ADAL" clId="{A482A47D-0B28-4887-A040-A04402978156}" dt="2026-09-17T15:35:34.155" v="1046" actId="47"/>
        <pc:sldMkLst>
          <pc:docMk/>
          <pc:sldMk cId="3419710667" sldId="1881839038"/>
        </pc:sldMkLst>
      </pc:sldChg>
      <pc:sldChg chg="del">
        <pc:chgData name="Andrea De Vicente Grau" userId="46183348-2291-47f1-aa1b-165cff0984cd" providerId="ADAL" clId="{A482A47D-0B28-4887-A040-A04402978156}" dt="2026-09-17T15:35:34.155" v="1046" actId="47"/>
        <pc:sldMkLst>
          <pc:docMk/>
          <pc:sldMk cId="2626033727" sldId="1881839039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1915994640" sldId="1881839040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2145532774" sldId="1881839042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3657391771" sldId="1881839043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3867520873" sldId="1881839044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3390433369" sldId="1881839045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1196776835" sldId="1881839046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2111238450" sldId="1881839047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843104944" sldId="1881839048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2477805528" sldId="1881839049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3428856157" sldId="1881839050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1449555720" sldId="1881839051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3426198949" sldId="1881839052"/>
        </pc:sldMkLst>
      </pc:sldChg>
      <pc:sldChg chg="del">
        <pc:chgData name="Andrea De Vicente Grau" userId="46183348-2291-47f1-aa1b-165cff0984cd" providerId="ADAL" clId="{A482A47D-0B28-4887-A040-A04402978156}" dt="2026-09-17T15:35:49.358" v="1047" actId="47"/>
        <pc:sldMkLst>
          <pc:docMk/>
          <pc:sldMk cId="2503968101" sldId="1881839053"/>
        </pc:sldMkLst>
      </pc:sldChg>
      <pc:sldChg chg="del ord">
        <pc:chgData name="Andrea De Vicente Grau" userId="46183348-2291-47f1-aa1b-165cff0984cd" providerId="ADAL" clId="{A482A47D-0B28-4887-A040-A04402978156}" dt="2026-09-17T14:57:18.509" v="537" actId="47"/>
        <pc:sldMkLst>
          <pc:docMk/>
          <pc:sldMk cId="3007938808" sldId="1881839063"/>
        </pc:sldMkLst>
      </pc:sldChg>
      <pc:sldChg chg="del ord">
        <pc:chgData name="Andrea De Vicente Grau" userId="46183348-2291-47f1-aa1b-165cff0984cd" providerId="ADAL" clId="{A482A47D-0B28-4887-A040-A04402978156}" dt="2026-09-17T15:28:37.679" v="1021" actId="47"/>
        <pc:sldMkLst>
          <pc:docMk/>
          <pc:sldMk cId="306114563" sldId="1881839064"/>
        </pc:sldMkLst>
      </pc:sldChg>
      <pc:sldChg chg="del">
        <pc:chgData name="Andrea De Vicente Grau" userId="46183348-2291-47f1-aa1b-165cff0984cd" providerId="ADAL" clId="{A482A47D-0B28-4887-A040-A04402978156}" dt="2026-09-17T15:35:52.740" v="1048" actId="47"/>
        <pc:sldMkLst>
          <pc:docMk/>
          <pc:sldMk cId="3869145849" sldId="1881839081"/>
        </pc:sldMkLst>
      </pc:sldChg>
      <pc:sldChg chg="del">
        <pc:chgData name="Andrea De Vicente Grau" userId="46183348-2291-47f1-aa1b-165cff0984cd" providerId="ADAL" clId="{A482A47D-0B28-4887-A040-A04402978156}" dt="2026-09-17T15:35:52.740" v="1048" actId="47"/>
        <pc:sldMkLst>
          <pc:docMk/>
          <pc:sldMk cId="3924568377" sldId="1881839091"/>
        </pc:sldMkLst>
      </pc:sldChg>
      <pc:sldChg chg="del">
        <pc:chgData name="Andrea De Vicente Grau" userId="46183348-2291-47f1-aa1b-165cff0984cd" providerId="ADAL" clId="{A482A47D-0B28-4887-A040-A04402978156}" dt="2026-09-17T15:35:52.740" v="1048" actId="47"/>
        <pc:sldMkLst>
          <pc:docMk/>
          <pc:sldMk cId="756071128" sldId="1881839092"/>
        </pc:sldMkLst>
      </pc:sldChg>
      <pc:sldChg chg="del">
        <pc:chgData name="Andrea De Vicente Grau" userId="46183348-2291-47f1-aa1b-165cff0984cd" providerId="ADAL" clId="{A482A47D-0B28-4887-A040-A04402978156}" dt="2026-09-17T15:35:52.740" v="1048" actId="47"/>
        <pc:sldMkLst>
          <pc:docMk/>
          <pc:sldMk cId="4056794275" sldId="1881839093"/>
        </pc:sldMkLst>
      </pc:sldChg>
      <pc:sldChg chg="del">
        <pc:chgData name="Andrea De Vicente Grau" userId="46183348-2291-47f1-aa1b-165cff0984cd" providerId="ADAL" clId="{A482A47D-0B28-4887-A040-A04402978156}" dt="2026-09-17T15:35:52.740" v="1048" actId="47"/>
        <pc:sldMkLst>
          <pc:docMk/>
          <pc:sldMk cId="2614352066" sldId="1881839095"/>
        </pc:sldMkLst>
      </pc:sldChg>
      <pc:sldChg chg="del">
        <pc:chgData name="Andrea De Vicente Grau" userId="46183348-2291-47f1-aa1b-165cff0984cd" providerId="ADAL" clId="{A482A47D-0B28-4887-A040-A04402978156}" dt="2026-09-17T15:35:52.740" v="1048" actId="47"/>
        <pc:sldMkLst>
          <pc:docMk/>
          <pc:sldMk cId="4042870603" sldId="1881839096"/>
        </pc:sldMkLst>
      </pc:sldChg>
      <pc:sldChg chg="del">
        <pc:chgData name="Andrea De Vicente Grau" userId="46183348-2291-47f1-aa1b-165cff0984cd" providerId="ADAL" clId="{A482A47D-0B28-4887-A040-A04402978156}" dt="2026-09-17T15:35:52.740" v="1048" actId="47"/>
        <pc:sldMkLst>
          <pc:docMk/>
          <pc:sldMk cId="1561000975" sldId="1881839099"/>
        </pc:sldMkLst>
      </pc:sldChg>
      <pc:sldChg chg="del">
        <pc:chgData name="Andrea De Vicente Grau" userId="46183348-2291-47f1-aa1b-165cff0984cd" providerId="ADAL" clId="{A482A47D-0B28-4887-A040-A04402978156}" dt="2026-09-17T15:35:52.740" v="1048" actId="47"/>
        <pc:sldMkLst>
          <pc:docMk/>
          <pc:sldMk cId="2803436139" sldId="1881839100"/>
        </pc:sldMkLst>
      </pc:sldChg>
      <pc:sldChg chg="del">
        <pc:chgData name="Andrea De Vicente Grau" userId="46183348-2291-47f1-aa1b-165cff0984cd" providerId="ADAL" clId="{A482A47D-0B28-4887-A040-A04402978156}" dt="2026-09-17T15:35:52.740" v="1048" actId="47"/>
        <pc:sldMkLst>
          <pc:docMk/>
          <pc:sldMk cId="3519989556" sldId="1881839101"/>
        </pc:sldMkLst>
      </pc:sldChg>
      <pc:sldChg chg="del">
        <pc:chgData name="Andrea De Vicente Grau" userId="46183348-2291-47f1-aa1b-165cff0984cd" providerId="ADAL" clId="{A482A47D-0B28-4887-A040-A04402978156}" dt="2026-09-17T15:35:54.807" v="1049" actId="47"/>
        <pc:sldMkLst>
          <pc:docMk/>
          <pc:sldMk cId="3345437256" sldId="1881839104"/>
        </pc:sldMkLst>
      </pc:sldChg>
      <pc:sldChg chg="del">
        <pc:chgData name="Andrea De Vicente Grau" userId="46183348-2291-47f1-aa1b-165cff0984cd" providerId="ADAL" clId="{A482A47D-0B28-4887-A040-A04402978156}" dt="2026-09-17T15:35:52.740" v="1048" actId="47"/>
        <pc:sldMkLst>
          <pc:docMk/>
          <pc:sldMk cId="2279536944" sldId="1881839107"/>
        </pc:sldMkLst>
      </pc:sldChg>
      <pc:sldChg chg="del">
        <pc:chgData name="Andrea De Vicente Grau" userId="46183348-2291-47f1-aa1b-165cff0984cd" providerId="ADAL" clId="{A482A47D-0B28-4887-A040-A04402978156}" dt="2026-09-17T15:35:54.807" v="1049" actId="47"/>
        <pc:sldMkLst>
          <pc:docMk/>
          <pc:sldMk cId="696633224" sldId="1881839130"/>
        </pc:sldMkLst>
      </pc:sldChg>
      <pc:sldChg chg="addSp delSp modSp del mod">
        <pc:chgData name="Andrea De Vicente Grau" userId="46183348-2291-47f1-aa1b-165cff0984cd" providerId="ADAL" clId="{A482A47D-0B28-4887-A040-A04402978156}" dt="2026-09-17T14:59:57.976" v="543" actId="47"/>
        <pc:sldMkLst>
          <pc:docMk/>
          <pc:sldMk cId="1994903795" sldId="1881839132"/>
        </pc:sldMkLst>
        <pc:spChg chg="mod">
          <ac:chgData name="Andrea De Vicente Grau" userId="46183348-2291-47f1-aa1b-165cff0984cd" providerId="ADAL" clId="{A482A47D-0B28-4887-A040-A04402978156}" dt="2026-09-17T14:23:42.322" v="79" actId="20577"/>
          <ac:spMkLst>
            <pc:docMk/>
            <pc:sldMk cId="1994903795" sldId="1881839132"/>
            <ac:spMk id="2" creationId="{42F62BA1-A8A6-37C7-4D49-680B58B4FE86}"/>
          </ac:spMkLst>
        </pc:spChg>
        <pc:spChg chg="add mod">
          <ac:chgData name="Andrea De Vicente Grau" userId="46183348-2291-47f1-aa1b-165cff0984cd" providerId="ADAL" clId="{A482A47D-0B28-4887-A040-A04402978156}" dt="2026-09-17T14:32:45.795" v="246" actId="208"/>
          <ac:spMkLst>
            <pc:docMk/>
            <pc:sldMk cId="1994903795" sldId="1881839132"/>
            <ac:spMk id="4" creationId="{2F96DDB9-F905-3A14-73CB-AF378D7B173E}"/>
          </ac:spMkLst>
        </pc:spChg>
        <pc:spChg chg="add del mod">
          <ac:chgData name="Andrea De Vicente Grau" userId="46183348-2291-47f1-aa1b-165cff0984cd" providerId="ADAL" clId="{A482A47D-0B28-4887-A040-A04402978156}" dt="2026-09-17T14:31:42.931" v="241" actId="255"/>
          <ac:spMkLst>
            <pc:docMk/>
            <pc:sldMk cId="1994903795" sldId="1881839132"/>
            <ac:spMk id="13" creationId="{66E9CDBF-A1A2-C903-AC4D-375D04931E2E}"/>
          </ac:spMkLst>
        </pc:spChg>
        <pc:graphicFrameChg chg="add mod">
          <ac:chgData name="Andrea De Vicente Grau" userId="46183348-2291-47f1-aa1b-165cff0984cd" providerId="ADAL" clId="{A482A47D-0B28-4887-A040-A04402978156}" dt="2026-09-17T11:31:45.881" v="54"/>
          <ac:graphicFrameMkLst>
            <pc:docMk/>
            <pc:sldMk cId="1994903795" sldId="1881839132"/>
            <ac:graphicFrameMk id="3" creationId="{0291E7FB-B277-C7E8-D113-89ECA8C0AE81}"/>
          </ac:graphicFrameMkLst>
        </pc:graphicFrameChg>
      </pc:sldChg>
      <pc:sldChg chg="addSp delSp modSp del mod ord">
        <pc:chgData name="Andrea De Vicente Grau" userId="46183348-2291-47f1-aa1b-165cff0984cd" providerId="ADAL" clId="{A482A47D-0B28-4887-A040-A04402978156}" dt="2026-09-17T14:57:14.040" v="536" actId="47"/>
        <pc:sldMkLst>
          <pc:docMk/>
          <pc:sldMk cId="246223609" sldId="1881839133"/>
        </pc:sldMkLst>
        <pc:spChg chg="mod">
          <ac:chgData name="Andrea De Vicente Grau" userId="46183348-2291-47f1-aa1b-165cff0984cd" providerId="ADAL" clId="{A482A47D-0B28-4887-A040-A04402978156}" dt="2026-09-17T14:29:12.273" v="196" actId="20577"/>
          <ac:spMkLst>
            <pc:docMk/>
            <pc:sldMk cId="246223609" sldId="1881839133"/>
            <ac:spMk id="6" creationId="{6F46E798-1B30-97BA-87F0-14DFF758AE2C}"/>
          </ac:spMkLst>
        </pc:spChg>
        <pc:spChg chg="add del mod">
          <ac:chgData name="Andrea De Vicente Grau" userId="46183348-2291-47f1-aa1b-165cff0984cd" providerId="ADAL" clId="{A482A47D-0B28-4887-A040-A04402978156}" dt="2026-09-17T14:26:19.581" v="96"/>
          <ac:spMkLst>
            <pc:docMk/>
            <pc:sldMk cId="246223609" sldId="1881839133"/>
            <ac:spMk id="11" creationId="{38AB5DF5-8656-0B56-BFEF-283E5DB726A1}"/>
          </ac:spMkLst>
        </pc:spChg>
        <pc:spChg chg="add del mod">
          <ac:chgData name="Andrea De Vicente Grau" userId="46183348-2291-47f1-aa1b-165cff0984cd" providerId="ADAL" clId="{A482A47D-0B28-4887-A040-A04402978156}" dt="2026-09-17T14:52:48.548" v="443" actId="478"/>
          <ac:spMkLst>
            <pc:docMk/>
            <pc:sldMk cId="246223609" sldId="1881839133"/>
            <ac:spMk id="15" creationId="{C4EFF3AA-2C3F-0DB4-CE17-42C9F11ACE90}"/>
          </ac:spMkLst>
        </pc:spChg>
        <pc:spChg chg="add mod">
          <ac:chgData name="Andrea De Vicente Grau" userId="46183348-2291-47f1-aa1b-165cff0984cd" providerId="ADAL" clId="{A482A47D-0B28-4887-A040-A04402978156}" dt="2026-09-17T14:52:45.389" v="442" actId="14100"/>
          <ac:spMkLst>
            <pc:docMk/>
            <pc:sldMk cId="246223609" sldId="1881839133"/>
            <ac:spMk id="17" creationId="{FB46B917-64AB-A616-7E34-38B4146A9E94}"/>
          </ac:spMkLst>
        </pc:spChg>
        <pc:spChg chg="add mod">
          <ac:chgData name="Andrea De Vicente Grau" userId="46183348-2291-47f1-aa1b-165cff0984cd" providerId="ADAL" clId="{A482A47D-0B28-4887-A040-A04402978156}" dt="2026-09-17T14:53:25.759" v="448" actId="1076"/>
          <ac:spMkLst>
            <pc:docMk/>
            <pc:sldMk cId="246223609" sldId="1881839133"/>
            <ac:spMk id="18" creationId="{48CA2707-C4DB-D745-D500-9098781ACF48}"/>
          </ac:spMkLst>
        </pc:spChg>
        <pc:spChg chg="add del mod">
          <ac:chgData name="Andrea De Vicente Grau" userId="46183348-2291-47f1-aa1b-165cff0984cd" providerId="ADAL" clId="{A482A47D-0B28-4887-A040-A04402978156}" dt="2026-09-17T14:46:23.429" v="372" actId="478"/>
          <ac:spMkLst>
            <pc:docMk/>
            <pc:sldMk cId="246223609" sldId="1881839133"/>
            <ac:spMk id="20" creationId="{6F3BFAC8-F344-1CFA-6F99-FC1EB54195AE}"/>
          </ac:spMkLst>
        </pc:spChg>
        <pc:spChg chg="add del mod">
          <ac:chgData name="Andrea De Vicente Grau" userId="46183348-2291-47f1-aa1b-165cff0984cd" providerId="ADAL" clId="{A482A47D-0B28-4887-A040-A04402978156}" dt="2026-09-17T14:46:22.410" v="371" actId="478"/>
          <ac:spMkLst>
            <pc:docMk/>
            <pc:sldMk cId="246223609" sldId="1881839133"/>
            <ac:spMk id="22" creationId="{D87CD6EF-256F-80CC-8ADE-7C6F3B527F18}"/>
          </ac:spMkLst>
        </pc:spChg>
        <pc:spChg chg="add mod">
          <ac:chgData name="Andrea De Vicente Grau" userId="46183348-2291-47f1-aa1b-165cff0984cd" providerId="ADAL" clId="{A482A47D-0B28-4887-A040-A04402978156}" dt="2026-09-17T14:51:43.305" v="429" actId="1035"/>
          <ac:spMkLst>
            <pc:docMk/>
            <pc:sldMk cId="246223609" sldId="1881839133"/>
            <ac:spMk id="31" creationId="{AA3B2A4C-85F5-47C4-5645-64C340BB0765}"/>
          </ac:spMkLst>
        </pc:spChg>
        <pc:spChg chg="add mod">
          <ac:chgData name="Andrea De Vicente Grau" userId="46183348-2291-47f1-aa1b-165cff0984cd" providerId="ADAL" clId="{A482A47D-0B28-4887-A040-A04402978156}" dt="2026-09-17T14:51:43.305" v="429" actId="1035"/>
          <ac:spMkLst>
            <pc:docMk/>
            <pc:sldMk cId="246223609" sldId="1881839133"/>
            <ac:spMk id="33" creationId="{BDF9F770-B216-066C-B4B7-7FC691C7E0A4}"/>
          </ac:spMkLst>
        </pc:spChg>
        <pc:spChg chg="add mod">
          <ac:chgData name="Andrea De Vicente Grau" userId="46183348-2291-47f1-aa1b-165cff0984cd" providerId="ADAL" clId="{A482A47D-0B28-4887-A040-A04402978156}" dt="2026-09-17T14:51:57.027" v="431" actId="1076"/>
          <ac:spMkLst>
            <pc:docMk/>
            <pc:sldMk cId="246223609" sldId="1881839133"/>
            <ac:spMk id="35" creationId="{D003236C-6D70-83CB-4240-2D125F732903}"/>
          </ac:spMkLst>
        </pc:spChg>
        <pc:spChg chg="add mod">
          <ac:chgData name="Andrea De Vicente Grau" userId="46183348-2291-47f1-aa1b-165cff0984cd" providerId="ADAL" clId="{A482A47D-0B28-4887-A040-A04402978156}" dt="2026-09-17T14:52:09.083" v="433" actId="1076"/>
          <ac:spMkLst>
            <pc:docMk/>
            <pc:sldMk cId="246223609" sldId="1881839133"/>
            <ac:spMk id="37" creationId="{0F8AD25F-6A3D-23A7-DFF8-495C7F26E02E}"/>
          </ac:spMkLst>
        </pc:spChg>
        <pc:spChg chg="add mod">
          <ac:chgData name="Andrea De Vicente Grau" userId="46183348-2291-47f1-aa1b-165cff0984cd" providerId="ADAL" clId="{A482A47D-0B28-4887-A040-A04402978156}" dt="2026-09-17T14:52:54.906" v="445" actId="1076"/>
          <ac:spMkLst>
            <pc:docMk/>
            <pc:sldMk cId="246223609" sldId="1881839133"/>
            <ac:spMk id="39" creationId="{979A2C13-1609-FAB7-B986-E3525FF8FD4F}"/>
          </ac:spMkLst>
        </pc:spChg>
        <pc:picChg chg="add mod">
          <ac:chgData name="Andrea De Vicente Grau" userId="46183348-2291-47f1-aa1b-165cff0984cd" providerId="ADAL" clId="{A482A47D-0B28-4887-A040-A04402978156}" dt="2026-09-17T14:52:36.715" v="440" actId="1076"/>
          <ac:picMkLst>
            <pc:docMk/>
            <pc:sldMk cId="246223609" sldId="1881839133"/>
            <ac:picMk id="3" creationId="{59C06001-427F-04B6-4042-F0A617259A11}"/>
          </ac:picMkLst>
        </pc:picChg>
        <pc:picChg chg="add mod modCrop">
          <ac:chgData name="Andrea De Vicente Grau" userId="46183348-2291-47f1-aa1b-165cff0984cd" providerId="ADAL" clId="{A482A47D-0B28-4887-A040-A04402978156}" dt="2026-09-17T14:52:13.811" v="434" actId="1076"/>
          <ac:picMkLst>
            <pc:docMk/>
            <pc:sldMk cId="246223609" sldId="1881839133"/>
            <ac:picMk id="5" creationId="{9C9F73F5-D5CA-CE78-06D7-CCCC4D720719}"/>
          </ac:picMkLst>
        </pc:picChg>
        <pc:picChg chg="add del mod ord">
          <ac:chgData name="Andrea De Vicente Grau" userId="46183348-2291-47f1-aa1b-165cff0984cd" providerId="ADAL" clId="{A482A47D-0B28-4887-A040-A04402978156}" dt="2026-09-17T14:26:15.126" v="91" actId="931"/>
          <ac:picMkLst>
            <pc:docMk/>
            <pc:sldMk cId="246223609" sldId="1881839133"/>
            <ac:picMk id="8" creationId="{DCBCD898-47C0-8D1D-86CE-B321E3E6F372}"/>
          </ac:picMkLst>
        </pc:picChg>
        <pc:picChg chg="add del mod ord">
          <ac:chgData name="Andrea De Vicente Grau" userId="46183348-2291-47f1-aa1b-165cff0984cd" providerId="ADAL" clId="{A482A47D-0B28-4887-A040-A04402978156}" dt="2026-09-17T14:26:17.629" v="94" actId="931"/>
          <ac:picMkLst>
            <pc:docMk/>
            <pc:sldMk cId="246223609" sldId="1881839133"/>
            <ac:picMk id="12" creationId="{2580CF69-1420-AA0E-0C41-6F4ED5723797}"/>
          </ac:picMkLst>
        </pc:picChg>
        <pc:picChg chg="add mod ord">
          <ac:chgData name="Andrea De Vicente Grau" userId="46183348-2291-47f1-aa1b-165cff0984cd" providerId="ADAL" clId="{A482A47D-0B28-4887-A040-A04402978156}" dt="2026-09-17T14:52:17.238" v="435" actId="1076"/>
          <ac:picMkLst>
            <pc:docMk/>
            <pc:sldMk cId="246223609" sldId="1881839133"/>
            <ac:picMk id="14" creationId="{464B76FA-F1F4-F075-714E-20AC5D0B48F6}"/>
          </ac:picMkLst>
        </pc:picChg>
        <pc:picChg chg="add mod">
          <ac:chgData name="Andrea De Vicente Grau" userId="46183348-2291-47f1-aa1b-165cff0984cd" providerId="ADAL" clId="{A482A47D-0B28-4887-A040-A04402978156}" dt="2026-09-17T14:52:39.688" v="441" actId="1076"/>
          <ac:picMkLst>
            <pc:docMk/>
            <pc:sldMk cId="246223609" sldId="1881839133"/>
            <ac:picMk id="24" creationId="{C67C354D-22F5-6916-4A86-E785BFF7B1E8}"/>
          </ac:picMkLst>
        </pc:picChg>
        <pc:picChg chg="add mod">
          <ac:chgData name="Andrea De Vicente Grau" userId="46183348-2291-47f1-aa1b-165cff0984cd" providerId="ADAL" clId="{A482A47D-0B28-4887-A040-A04402978156}" dt="2026-09-17T14:52:32.343" v="439" actId="1076"/>
          <ac:picMkLst>
            <pc:docMk/>
            <pc:sldMk cId="246223609" sldId="1881839133"/>
            <ac:picMk id="26" creationId="{78CEDD7B-1408-ABDB-F42D-7F021F118B69}"/>
          </ac:picMkLst>
        </pc:picChg>
        <pc:picChg chg="add del mod">
          <ac:chgData name="Andrea De Vicente Grau" userId="46183348-2291-47f1-aa1b-165cff0984cd" providerId="ADAL" clId="{A482A47D-0B28-4887-A040-A04402978156}" dt="2026-09-17T14:50:20.780" v="395" actId="478"/>
          <ac:picMkLst>
            <pc:docMk/>
            <pc:sldMk cId="246223609" sldId="1881839133"/>
            <ac:picMk id="28" creationId="{DE2046FA-355A-20BE-471C-21B103054AF1}"/>
          </ac:picMkLst>
        </pc:picChg>
        <pc:picChg chg="add mod">
          <ac:chgData name="Andrea De Vicente Grau" userId="46183348-2291-47f1-aa1b-165cff0984cd" providerId="ADAL" clId="{A482A47D-0B28-4887-A040-A04402978156}" dt="2026-09-17T14:52:25.094" v="437" actId="1076"/>
          <ac:picMkLst>
            <pc:docMk/>
            <pc:sldMk cId="246223609" sldId="1881839133"/>
            <ac:picMk id="30" creationId="{994CADE8-3F46-0AC6-BCAD-D6B208CB496C}"/>
          </ac:picMkLst>
        </pc:picChg>
      </pc:sldChg>
      <pc:sldChg chg="del">
        <pc:chgData name="Andrea De Vicente Grau" userId="46183348-2291-47f1-aa1b-165cff0984cd" providerId="ADAL" clId="{A482A47D-0B28-4887-A040-A04402978156}" dt="2026-09-17T15:04:14.398" v="656" actId="47"/>
        <pc:sldMkLst>
          <pc:docMk/>
          <pc:sldMk cId="4163753919" sldId="1881839134"/>
        </pc:sldMkLst>
      </pc:sldChg>
      <pc:sldChg chg="new del">
        <pc:chgData name="Andrea De Vicente Grau" userId="46183348-2291-47f1-aa1b-165cff0984cd" providerId="ADAL" clId="{A482A47D-0B28-4887-A040-A04402978156}" dt="2026-09-17T11:25:33.666" v="1" actId="47"/>
        <pc:sldMkLst>
          <pc:docMk/>
          <pc:sldMk cId="76914325" sldId="1881839135"/>
        </pc:sldMkLst>
      </pc:sldChg>
      <pc:sldChg chg="addSp delSp modSp new del mod">
        <pc:chgData name="Andrea De Vicente Grau" userId="46183348-2291-47f1-aa1b-165cff0984cd" providerId="ADAL" clId="{A482A47D-0B28-4887-A040-A04402978156}" dt="2026-09-17T15:00:01.516" v="544" actId="47"/>
        <pc:sldMkLst>
          <pc:docMk/>
          <pc:sldMk cId="1436443753" sldId="1881839135"/>
        </pc:sldMkLst>
        <pc:spChg chg="del">
          <ac:chgData name="Andrea De Vicente Grau" userId="46183348-2291-47f1-aa1b-165cff0984cd" providerId="ADAL" clId="{A482A47D-0B28-4887-A040-A04402978156}" dt="2026-09-17T11:25:44.876" v="3" actId="478"/>
          <ac:spMkLst>
            <pc:docMk/>
            <pc:sldMk cId="1436443753" sldId="1881839135"/>
            <ac:spMk id="4" creationId="{540DB179-A068-AD26-A367-3C1D2B3BF563}"/>
          </ac:spMkLst>
        </pc:spChg>
        <pc:picChg chg="add mod">
          <ac:chgData name="Andrea De Vicente Grau" userId="46183348-2291-47f1-aa1b-165cff0984cd" providerId="ADAL" clId="{A482A47D-0B28-4887-A040-A04402978156}" dt="2026-09-17T11:25:50.471" v="6" actId="1076"/>
          <ac:picMkLst>
            <pc:docMk/>
            <pc:sldMk cId="1436443753" sldId="1881839135"/>
            <ac:picMk id="10" creationId="{3CDC06E1-E1A8-3D93-A933-6E58F9E807E1}"/>
          </ac:picMkLst>
        </pc:picChg>
      </pc:sldChg>
      <pc:sldChg chg="addSp delSp modSp add mod">
        <pc:chgData name="Andrea De Vicente Grau" userId="46183348-2291-47f1-aa1b-165cff0984cd" providerId="ADAL" clId="{A482A47D-0B28-4887-A040-A04402978156}" dt="2026-09-17T15:31:01.111" v="1036" actId="22"/>
        <pc:sldMkLst>
          <pc:docMk/>
          <pc:sldMk cId="1643217900" sldId="1881839136"/>
        </pc:sldMkLst>
        <pc:spChg chg="del">
          <ac:chgData name="Andrea De Vicente Grau" userId="46183348-2291-47f1-aa1b-165cff0984cd" providerId="ADAL" clId="{A482A47D-0B28-4887-A040-A04402978156}" dt="2026-09-17T14:53:20.650" v="447" actId="478"/>
          <ac:spMkLst>
            <pc:docMk/>
            <pc:sldMk cId="1643217900" sldId="1881839136"/>
            <ac:spMk id="3" creationId="{7C02F34D-B40D-D71B-938E-4F8C1BC25020}"/>
          </ac:spMkLst>
        </pc:spChg>
        <pc:spChg chg="add mod">
          <ac:chgData name="Andrea De Vicente Grau" userId="46183348-2291-47f1-aa1b-165cff0984cd" providerId="ADAL" clId="{A482A47D-0B28-4887-A040-A04402978156}" dt="2026-09-17T14:53:49.206" v="450" actId="1076"/>
          <ac:spMkLst>
            <pc:docMk/>
            <pc:sldMk cId="1643217900" sldId="1881839136"/>
            <ac:spMk id="7" creationId="{E3E53FA6-FD13-C9FF-2FD4-DA79A7DFC7B2}"/>
          </ac:spMkLst>
        </pc:spChg>
        <pc:spChg chg="add mod">
          <ac:chgData name="Andrea De Vicente Grau" userId="46183348-2291-47f1-aa1b-165cff0984cd" providerId="ADAL" clId="{A482A47D-0B28-4887-A040-A04402978156}" dt="2026-09-17T14:53:49.206" v="450" actId="1076"/>
          <ac:spMkLst>
            <pc:docMk/>
            <pc:sldMk cId="1643217900" sldId="1881839136"/>
            <ac:spMk id="11" creationId="{F13F8D23-27B5-5EE5-8F6E-DDBBA3E02411}"/>
          </ac:spMkLst>
        </pc:spChg>
        <pc:spChg chg="add mod">
          <ac:chgData name="Andrea De Vicente Grau" userId="46183348-2291-47f1-aa1b-165cff0984cd" providerId="ADAL" clId="{A482A47D-0B28-4887-A040-A04402978156}" dt="2026-09-17T14:53:49.206" v="450" actId="1076"/>
          <ac:spMkLst>
            <pc:docMk/>
            <pc:sldMk cId="1643217900" sldId="1881839136"/>
            <ac:spMk id="12" creationId="{3FAF7B17-445A-E4AE-A9EF-D5EB95C4D789}"/>
          </ac:spMkLst>
        </pc:spChg>
        <pc:spChg chg="add mod">
          <ac:chgData name="Andrea De Vicente Grau" userId="46183348-2291-47f1-aa1b-165cff0984cd" providerId="ADAL" clId="{A482A47D-0B28-4887-A040-A04402978156}" dt="2026-09-17T14:53:49.206" v="450" actId="1076"/>
          <ac:spMkLst>
            <pc:docMk/>
            <pc:sldMk cId="1643217900" sldId="1881839136"/>
            <ac:spMk id="13" creationId="{FFF0955B-D7DC-A6C3-7BF0-E57B37BF7A3D}"/>
          </ac:spMkLst>
        </pc:spChg>
        <pc:spChg chg="add mod">
          <ac:chgData name="Andrea De Vicente Grau" userId="46183348-2291-47f1-aa1b-165cff0984cd" providerId="ADAL" clId="{A482A47D-0B28-4887-A040-A04402978156}" dt="2026-09-17T14:53:49.206" v="450" actId="1076"/>
          <ac:spMkLst>
            <pc:docMk/>
            <pc:sldMk cId="1643217900" sldId="1881839136"/>
            <ac:spMk id="14" creationId="{4683D149-E3EA-F11E-B1BE-E9C42CB5A06F}"/>
          </ac:spMkLst>
        </pc:spChg>
        <pc:spChg chg="add mod">
          <ac:chgData name="Andrea De Vicente Grau" userId="46183348-2291-47f1-aa1b-165cff0984cd" providerId="ADAL" clId="{A482A47D-0B28-4887-A040-A04402978156}" dt="2026-09-17T14:53:49.206" v="450" actId="1076"/>
          <ac:spMkLst>
            <pc:docMk/>
            <pc:sldMk cId="1643217900" sldId="1881839136"/>
            <ac:spMk id="15" creationId="{8CCED96C-62BC-883F-EDB3-967E100A9A3F}"/>
          </ac:spMkLst>
        </pc:spChg>
        <pc:spChg chg="add">
          <ac:chgData name="Andrea De Vicente Grau" userId="46183348-2291-47f1-aa1b-165cff0984cd" providerId="ADAL" clId="{A482A47D-0B28-4887-A040-A04402978156}" dt="2026-09-17T14:54:17.504" v="455" actId="22"/>
          <ac:spMkLst>
            <pc:docMk/>
            <pc:sldMk cId="1643217900" sldId="1881839136"/>
            <ac:spMk id="17" creationId="{3462B40F-F876-19D0-A1DA-8BBC183E5608}"/>
          </ac:spMkLst>
        </pc:spChg>
        <pc:spChg chg="add mod">
          <ac:chgData name="Andrea De Vicente Grau" userId="46183348-2291-47f1-aa1b-165cff0984cd" providerId="ADAL" clId="{A482A47D-0B28-4887-A040-A04402978156}" dt="2026-09-17T14:55:57.293" v="494" actId="255"/>
          <ac:spMkLst>
            <pc:docMk/>
            <pc:sldMk cId="1643217900" sldId="1881839136"/>
            <ac:spMk id="18" creationId="{10514B98-9429-0CC3-653A-5903FCC9E793}"/>
          </ac:spMkLst>
        </pc:spChg>
        <pc:spChg chg="add mod">
          <ac:chgData name="Andrea De Vicente Grau" userId="46183348-2291-47f1-aa1b-165cff0984cd" providerId="ADAL" clId="{A482A47D-0B28-4887-A040-A04402978156}" dt="2026-09-17T14:56:13.739" v="506" actId="20577"/>
          <ac:spMkLst>
            <pc:docMk/>
            <pc:sldMk cId="1643217900" sldId="1881839136"/>
            <ac:spMk id="20" creationId="{41495A97-99AF-0610-3411-84E810285251}"/>
          </ac:spMkLst>
        </pc:spChg>
        <pc:spChg chg="add mod">
          <ac:chgData name="Andrea De Vicente Grau" userId="46183348-2291-47f1-aa1b-165cff0984cd" providerId="ADAL" clId="{A482A47D-0B28-4887-A040-A04402978156}" dt="2026-09-17T14:56:38.082" v="519" actId="20577"/>
          <ac:spMkLst>
            <pc:docMk/>
            <pc:sldMk cId="1643217900" sldId="1881839136"/>
            <ac:spMk id="22" creationId="{65A0D53C-9D70-0387-F839-D28645A9728D}"/>
          </ac:spMkLst>
        </pc:spChg>
        <pc:spChg chg="add mod">
          <ac:chgData name="Andrea De Vicente Grau" userId="46183348-2291-47f1-aa1b-165cff0984cd" providerId="ADAL" clId="{A482A47D-0B28-4887-A040-A04402978156}" dt="2026-09-17T14:56:59.818" v="535" actId="20577"/>
          <ac:spMkLst>
            <pc:docMk/>
            <pc:sldMk cId="1643217900" sldId="1881839136"/>
            <ac:spMk id="24" creationId="{59AC3F30-7C14-202A-CF97-428A8EEC1F65}"/>
          </ac:spMkLst>
        </pc:spChg>
        <pc:spChg chg="add">
          <ac:chgData name="Andrea De Vicente Grau" userId="46183348-2291-47f1-aa1b-165cff0984cd" providerId="ADAL" clId="{A482A47D-0B28-4887-A040-A04402978156}" dt="2026-09-17T15:31:01.111" v="1036" actId="22"/>
          <ac:spMkLst>
            <pc:docMk/>
            <pc:sldMk cId="1643217900" sldId="1881839136"/>
            <ac:spMk id="26" creationId="{D832FCFA-5D88-5CB2-1B22-EA0259F1769D}"/>
          </ac:spMkLst>
        </pc:spChg>
        <pc:spChg chg="del">
          <ac:chgData name="Andrea De Vicente Grau" userId="46183348-2291-47f1-aa1b-165cff0984cd" providerId="ADAL" clId="{A482A47D-0B28-4887-A040-A04402978156}" dt="2026-09-17T15:31:00.745" v="1035" actId="478"/>
          <ac:spMkLst>
            <pc:docMk/>
            <pc:sldMk cId="1643217900" sldId="1881839136"/>
            <ac:spMk id="42" creationId="{CDF26711-EDBC-958A-5B3F-15D7976BEE26}"/>
          </ac:spMkLst>
        </pc:spChg>
        <pc:spChg chg="del mod">
          <ac:chgData name="Andrea De Vicente Grau" userId="46183348-2291-47f1-aa1b-165cff0984cd" providerId="ADAL" clId="{A482A47D-0B28-4887-A040-A04402978156}" dt="2026-09-17T15:30:58.689" v="1034" actId="478"/>
          <ac:spMkLst>
            <pc:docMk/>
            <pc:sldMk cId="1643217900" sldId="1881839136"/>
            <ac:spMk id="43" creationId="{688E3342-172C-6FC7-7C23-A0D3ABC186C6}"/>
          </ac:spMkLst>
        </pc:spChg>
        <pc:spChg chg="mod">
          <ac:chgData name="Andrea De Vicente Grau" userId="46183348-2291-47f1-aa1b-165cff0984cd" providerId="ADAL" clId="{A482A47D-0B28-4887-A040-A04402978156}" dt="2026-09-17T14:54:23.707" v="471" actId="20577"/>
          <ac:spMkLst>
            <pc:docMk/>
            <pc:sldMk cId="1643217900" sldId="1881839136"/>
            <ac:spMk id="44" creationId="{58F70C82-A062-ABFD-780E-4E3CC33721AC}"/>
          </ac:spMkLst>
        </pc:spChg>
        <pc:spChg chg="del">
          <ac:chgData name="Andrea De Vicente Grau" userId="46183348-2291-47f1-aa1b-165cff0984cd" providerId="ADAL" clId="{A482A47D-0B28-4887-A040-A04402978156}" dt="2026-09-17T14:53:55.175" v="451" actId="478"/>
          <ac:spMkLst>
            <pc:docMk/>
            <pc:sldMk cId="1643217900" sldId="1881839136"/>
            <ac:spMk id="45" creationId="{AE4C0711-54A0-A003-007B-F4F2A653F025}"/>
          </ac:spMkLst>
        </pc:spChg>
        <pc:spChg chg="del">
          <ac:chgData name="Andrea De Vicente Grau" userId="46183348-2291-47f1-aa1b-165cff0984cd" providerId="ADAL" clId="{A482A47D-0B28-4887-A040-A04402978156}" dt="2026-09-17T14:54:17.082" v="454" actId="478"/>
          <ac:spMkLst>
            <pc:docMk/>
            <pc:sldMk cId="1643217900" sldId="1881839136"/>
            <ac:spMk id="46" creationId="{B5D5F8F9-AFB2-6EF0-F98F-BC434FD31705}"/>
          </ac:spMkLst>
        </pc:spChg>
        <pc:spChg chg="del">
          <ac:chgData name="Andrea De Vicente Grau" userId="46183348-2291-47f1-aa1b-165cff0984cd" providerId="ADAL" clId="{A482A47D-0B28-4887-A040-A04402978156}" dt="2026-09-17T14:53:20.650" v="447" actId="478"/>
          <ac:spMkLst>
            <pc:docMk/>
            <pc:sldMk cId="1643217900" sldId="1881839136"/>
            <ac:spMk id="47" creationId="{B9815D3B-30DC-8397-EC5C-88E6D6E6CE35}"/>
          </ac:spMkLst>
        </pc:spChg>
        <pc:spChg chg="del">
          <ac:chgData name="Andrea De Vicente Grau" userId="46183348-2291-47f1-aa1b-165cff0984cd" providerId="ADAL" clId="{A482A47D-0B28-4887-A040-A04402978156}" dt="2026-09-17T14:53:20.650" v="447" actId="478"/>
          <ac:spMkLst>
            <pc:docMk/>
            <pc:sldMk cId="1643217900" sldId="1881839136"/>
            <ac:spMk id="48" creationId="{F894DB69-96BE-1D9A-8556-5FA647EAC36A}"/>
          </ac:spMkLst>
        </pc:spChg>
        <pc:spChg chg="del">
          <ac:chgData name="Andrea De Vicente Grau" userId="46183348-2291-47f1-aa1b-165cff0984cd" providerId="ADAL" clId="{A482A47D-0B28-4887-A040-A04402978156}" dt="2026-09-17T14:53:20.650" v="447" actId="478"/>
          <ac:spMkLst>
            <pc:docMk/>
            <pc:sldMk cId="1643217900" sldId="1881839136"/>
            <ac:spMk id="61" creationId="{22F3E4AB-2BDB-C291-8A5E-2F36B6F1D4EA}"/>
          </ac:spMkLst>
        </pc:spChg>
        <pc:spChg chg="del">
          <ac:chgData name="Andrea De Vicente Grau" userId="46183348-2291-47f1-aa1b-165cff0984cd" providerId="ADAL" clId="{A482A47D-0B28-4887-A040-A04402978156}" dt="2026-09-17T14:53:20.650" v="447" actId="478"/>
          <ac:spMkLst>
            <pc:docMk/>
            <pc:sldMk cId="1643217900" sldId="1881839136"/>
            <ac:spMk id="68" creationId="{6320FB65-472E-FE99-76B0-202FC5343F4D}"/>
          </ac:spMkLst>
        </pc:spChg>
        <pc:spChg chg="del">
          <ac:chgData name="Andrea De Vicente Grau" userId="46183348-2291-47f1-aa1b-165cff0984cd" providerId="ADAL" clId="{A482A47D-0B28-4887-A040-A04402978156}" dt="2026-09-17T14:53:20.650" v="447" actId="478"/>
          <ac:spMkLst>
            <pc:docMk/>
            <pc:sldMk cId="1643217900" sldId="1881839136"/>
            <ac:spMk id="69" creationId="{ABC46029-89A7-420D-1895-75DAF72FC452}"/>
          </ac:spMkLst>
        </pc:spChg>
        <pc:spChg chg="del">
          <ac:chgData name="Andrea De Vicente Grau" userId="46183348-2291-47f1-aa1b-165cff0984cd" providerId="ADAL" clId="{A482A47D-0B28-4887-A040-A04402978156}" dt="2026-09-17T14:53:20.650" v="447" actId="478"/>
          <ac:spMkLst>
            <pc:docMk/>
            <pc:sldMk cId="1643217900" sldId="1881839136"/>
            <ac:spMk id="70" creationId="{9ED452AC-66FE-A80F-5464-6DACC8FDC72A}"/>
          </ac:spMkLst>
        </pc:spChg>
        <pc:spChg chg="del">
          <ac:chgData name="Andrea De Vicente Grau" userId="46183348-2291-47f1-aa1b-165cff0984cd" providerId="ADAL" clId="{A482A47D-0B28-4887-A040-A04402978156}" dt="2026-09-17T14:53:20.650" v="447" actId="478"/>
          <ac:spMkLst>
            <pc:docMk/>
            <pc:sldMk cId="1643217900" sldId="1881839136"/>
            <ac:spMk id="71" creationId="{115A2455-585A-857C-0E1C-816B8981E55C}"/>
          </ac:spMkLst>
        </pc:spChg>
        <pc:spChg chg="del">
          <ac:chgData name="Andrea De Vicente Grau" userId="46183348-2291-47f1-aa1b-165cff0984cd" providerId="ADAL" clId="{A482A47D-0B28-4887-A040-A04402978156}" dt="2026-09-17T14:53:20.650" v="447" actId="478"/>
          <ac:spMkLst>
            <pc:docMk/>
            <pc:sldMk cId="1643217900" sldId="1881839136"/>
            <ac:spMk id="75" creationId="{8E3A397B-2082-38E1-FD72-74258E4C079E}"/>
          </ac:spMkLst>
        </pc:spChg>
        <pc:spChg chg="del">
          <ac:chgData name="Andrea De Vicente Grau" userId="46183348-2291-47f1-aa1b-165cff0984cd" providerId="ADAL" clId="{A482A47D-0B28-4887-A040-A04402978156}" dt="2026-09-17T14:53:20.650" v="447" actId="478"/>
          <ac:spMkLst>
            <pc:docMk/>
            <pc:sldMk cId="1643217900" sldId="1881839136"/>
            <ac:spMk id="78" creationId="{E5743EC8-8A45-7925-0DFB-DD8E6B8CF17A}"/>
          </ac:spMkLst>
        </pc:spChg>
        <pc:picChg chg="add mod">
          <ac:chgData name="Andrea De Vicente Grau" userId="46183348-2291-47f1-aa1b-165cff0984cd" providerId="ADAL" clId="{A482A47D-0B28-4887-A040-A04402978156}" dt="2026-09-17T14:53:49.206" v="450" actId="1076"/>
          <ac:picMkLst>
            <pc:docMk/>
            <pc:sldMk cId="1643217900" sldId="1881839136"/>
            <ac:picMk id="2" creationId="{47D7A063-ED93-9B31-CA12-CCA46B036281}"/>
          </ac:picMkLst>
        </pc:picChg>
        <pc:picChg chg="add mod ord">
          <ac:chgData name="Andrea De Vicente Grau" userId="46183348-2291-47f1-aa1b-165cff0984cd" providerId="ADAL" clId="{A482A47D-0B28-4887-A040-A04402978156}" dt="2026-09-17T15:29:33.719" v="1026" actId="167"/>
          <ac:picMkLst>
            <pc:docMk/>
            <pc:sldMk cId="1643217900" sldId="1881839136"/>
            <ac:picMk id="4" creationId="{BA5F08DD-5B8A-40EC-A403-62D6ACC5D8E4}"/>
          </ac:picMkLst>
        </pc:picChg>
        <pc:picChg chg="add mod">
          <ac:chgData name="Andrea De Vicente Grau" userId="46183348-2291-47f1-aa1b-165cff0984cd" providerId="ADAL" clId="{A482A47D-0B28-4887-A040-A04402978156}" dt="2026-09-17T14:53:49.206" v="450" actId="1076"/>
          <ac:picMkLst>
            <pc:docMk/>
            <pc:sldMk cId="1643217900" sldId="1881839136"/>
            <ac:picMk id="6" creationId="{EE65A8AF-56BD-3649-BB9C-DA77A5AC1D79}"/>
          </ac:picMkLst>
        </pc:picChg>
        <pc:picChg chg="mod">
          <ac:chgData name="Andrea De Vicente Grau" userId="46183348-2291-47f1-aa1b-165cff0984cd" providerId="ADAL" clId="{A482A47D-0B28-4887-A040-A04402978156}" dt="2026-09-17T15:29:39.206" v="1027" actId="1076"/>
          <ac:picMkLst>
            <pc:docMk/>
            <pc:sldMk cId="1643217900" sldId="1881839136"/>
            <ac:picMk id="8" creationId="{BC1AF51D-FEBE-AC74-BDB6-B685B3D23700}"/>
          </ac:picMkLst>
        </pc:picChg>
        <pc:picChg chg="add mod">
          <ac:chgData name="Andrea De Vicente Grau" userId="46183348-2291-47f1-aa1b-165cff0984cd" providerId="ADAL" clId="{A482A47D-0B28-4887-A040-A04402978156}" dt="2026-09-17T14:53:49.206" v="450" actId="1076"/>
          <ac:picMkLst>
            <pc:docMk/>
            <pc:sldMk cId="1643217900" sldId="1881839136"/>
            <ac:picMk id="9" creationId="{A48CCE1D-E470-D12B-D0EC-0CE9E176298A}"/>
          </ac:picMkLst>
        </pc:picChg>
      </pc:sldChg>
      <pc:sldChg chg="addSp delSp modSp add mod">
        <pc:chgData name="Andrea De Vicente Grau" userId="46183348-2291-47f1-aa1b-165cff0984cd" providerId="ADAL" clId="{A482A47D-0B28-4887-A040-A04402978156}" dt="2026-09-17T19:52:36.090" v="1050" actId="478"/>
        <pc:sldMkLst>
          <pc:docMk/>
          <pc:sldMk cId="2594979648" sldId="1881839137"/>
        </pc:sldMkLst>
        <pc:spChg chg="del">
          <ac:chgData name="Andrea De Vicente Grau" userId="46183348-2291-47f1-aa1b-165cff0984cd" providerId="ADAL" clId="{A482A47D-0B28-4887-A040-A04402978156}" dt="2026-09-17T19:52:36.090" v="1050" actId="478"/>
          <ac:spMkLst>
            <pc:docMk/>
            <pc:sldMk cId="2594979648" sldId="1881839137"/>
            <ac:spMk id="2" creationId="{0A178003-EE1E-421B-A03C-E90F386EFE4A}"/>
          </ac:spMkLst>
        </pc:spChg>
        <pc:spChg chg="add mod">
          <ac:chgData name="Andrea De Vicente Grau" userId="46183348-2291-47f1-aa1b-165cff0984cd" providerId="ADAL" clId="{A482A47D-0B28-4887-A040-A04402978156}" dt="2026-09-17T15:06:28.034" v="690" actId="1076"/>
          <ac:spMkLst>
            <pc:docMk/>
            <pc:sldMk cId="2594979648" sldId="1881839137"/>
            <ac:spMk id="3" creationId="{24451F5B-C30E-D525-1297-A8EC423A2468}"/>
          </ac:spMkLst>
        </pc:spChg>
        <pc:spChg chg="del">
          <ac:chgData name="Andrea De Vicente Grau" userId="46183348-2291-47f1-aa1b-165cff0984cd" providerId="ADAL" clId="{A482A47D-0B28-4887-A040-A04402978156}" dt="2026-09-17T15:04:42.842" v="659" actId="478"/>
          <ac:spMkLst>
            <pc:docMk/>
            <pc:sldMk cId="2594979648" sldId="1881839137"/>
            <ac:spMk id="5" creationId="{EBE6075A-944E-FB0F-8366-E2EB079BF120}"/>
          </ac:spMkLst>
        </pc:spChg>
        <pc:spChg chg="del">
          <ac:chgData name="Andrea De Vicente Grau" userId="46183348-2291-47f1-aa1b-165cff0984cd" providerId="ADAL" clId="{A482A47D-0B28-4887-A040-A04402978156}" dt="2026-09-17T15:04:38.935" v="658" actId="478"/>
          <ac:spMkLst>
            <pc:docMk/>
            <pc:sldMk cId="2594979648" sldId="1881839137"/>
            <ac:spMk id="6" creationId="{D2EDE85F-24DB-5069-1D47-D06A000FE6B0}"/>
          </ac:spMkLst>
        </pc:spChg>
      </pc:sldChg>
      <pc:sldChg chg="add del">
        <pc:chgData name="Andrea De Vicente Grau" userId="46183348-2291-47f1-aa1b-165cff0984cd" providerId="ADAL" clId="{A482A47D-0B28-4887-A040-A04402978156}" dt="2026-09-17T15:06:12.944" v="688" actId="47"/>
        <pc:sldMkLst>
          <pc:docMk/>
          <pc:sldMk cId="3068447834" sldId="1881839138"/>
        </pc:sldMkLst>
      </pc:sldChg>
      <pc:sldChg chg="addSp delSp modSp add mod">
        <pc:chgData name="Andrea De Vicente Grau" userId="46183348-2291-47f1-aa1b-165cff0984cd" providerId="ADAL" clId="{A482A47D-0B28-4887-A040-A04402978156}" dt="2026-09-17T15:31:10.993" v="1040" actId="22"/>
        <pc:sldMkLst>
          <pc:docMk/>
          <pc:sldMk cId="3152577225" sldId="1881839138"/>
        </pc:sldMkLst>
        <pc:spChg chg="add del mod">
          <ac:chgData name="Andrea De Vicente Grau" userId="46183348-2291-47f1-aa1b-165cff0984cd" providerId="ADAL" clId="{A482A47D-0B28-4887-A040-A04402978156}" dt="2026-09-17T15:24:20.209" v="974" actId="478"/>
          <ac:spMkLst>
            <pc:docMk/>
            <pc:sldMk cId="3152577225" sldId="1881839138"/>
            <ac:spMk id="13" creationId="{B2571D7C-17C6-33E7-264B-90F5D6591C58}"/>
          </ac:spMkLst>
        </pc:spChg>
        <pc:spChg chg="add mod topLvl">
          <ac:chgData name="Andrea De Vicente Grau" userId="46183348-2291-47f1-aa1b-165cff0984cd" providerId="ADAL" clId="{A482A47D-0B28-4887-A040-A04402978156}" dt="2026-09-17T15:27:39.496" v="1011"/>
          <ac:spMkLst>
            <pc:docMk/>
            <pc:sldMk cId="3152577225" sldId="1881839138"/>
            <ac:spMk id="14" creationId="{11E3EB7B-C4A7-21F6-E8B6-955B35CC6A38}"/>
          </ac:spMkLst>
        </pc:spChg>
        <pc:spChg chg="add del mod topLvl">
          <ac:chgData name="Andrea De Vicente Grau" userId="46183348-2291-47f1-aa1b-165cff0984cd" providerId="ADAL" clId="{A482A47D-0B28-4887-A040-A04402978156}" dt="2026-09-17T15:27:01.134" v="1007" actId="478"/>
          <ac:spMkLst>
            <pc:docMk/>
            <pc:sldMk cId="3152577225" sldId="1881839138"/>
            <ac:spMk id="15" creationId="{D766E984-7EE0-BDB1-3671-88EE95816DBC}"/>
          </ac:spMkLst>
        </pc:spChg>
        <pc:spChg chg="add">
          <ac:chgData name="Andrea De Vicente Grau" userId="46183348-2291-47f1-aa1b-165cff0984cd" providerId="ADAL" clId="{A482A47D-0B28-4887-A040-A04402978156}" dt="2026-09-17T15:31:10.993" v="1040" actId="22"/>
          <ac:spMkLst>
            <pc:docMk/>
            <pc:sldMk cId="3152577225" sldId="1881839138"/>
            <ac:spMk id="20" creationId="{A76B519A-B19C-E814-B2D2-9E5F83A74011}"/>
          </ac:spMkLst>
        </pc:spChg>
        <pc:spChg chg="del">
          <ac:chgData name="Andrea De Vicente Grau" userId="46183348-2291-47f1-aa1b-165cff0984cd" providerId="ADAL" clId="{A482A47D-0B28-4887-A040-A04402978156}" dt="2026-09-17T15:31:08.235" v="1039" actId="478"/>
          <ac:spMkLst>
            <pc:docMk/>
            <pc:sldMk cId="3152577225" sldId="1881839138"/>
            <ac:spMk id="82" creationId="{CB2AFB64-3A48-E190-B26A-1A0253D9E4DA}"/>
          </ac:spMkLst>
        </pc:spChg>
        <pc:spChg chg="del">
          <ac:chgData name="Andrea De Vicente Grau" userId="46183348-2291-47f1-aa1b-165cff0984cd" providerId="ADAL" clId="{A482A47D-0B28-4887-A040-A04402978156}" dt="2026-09-17T15:30:36.900" v="1029" actId="478"/>
          <ac:spMkLst>
            <pc:docMk/>
            <pc:sldMk cId="3152577225" sldId="1881839138"/>
            <ac:spMk id="83" creationId="{02F2E82E-1D7E-2697-4CC8-86DBCC0C2D17}"/>
          </ac:spMkLst>
        </pc:spChg>
        <pc:spChg chg="del">
          <ac:chgData name="Andrea De Vicente Grau" userId="46183348-2291-47f1-aa1b-165cff0984cd" providerId="ADAL" clId="{A482A47D-0B28-4887-A040-A04402978156}" dt="2026-09-17T15:23:40.955" v="967" actId="478"/>
          <ac:spMkLst>
            <pc:docMk/>
            <pc:sldMk cId="3152577225" sldId="1881839138"/>
            <ac:spMk id="90" creationId="{82574661-71A9-551F-2004-CC7DC62431A5}"/>
          </ac:spMkLst>
        </pc:spChg>
        <pc:grpChg chg="add del mod">
          <ac:chgData name="Andrea De Vicente Grau" userId="46183348-2291-47f1-aa1b-165cff0984cd" providerId="ADAL" clId="{A482A47D-0B28-4887-A040-A04402978156}" dt="2026-09-17T15:26:49.110" v="1003" actId="165"/>
          <ac:grpSpMkLst>
            <pc:docMk/>
            <pc:sldMk cId="3152577225" sldId="1881839138"/>
            <ac:grpSpMk id="16" creationId="{CBF8322D-C1C2-3B2A-6B17-A600E7AFC958}"/>
          </ac:grpSpMkLst>
        </pc:grpChg>
        <pc:graphicFrameChg chg="add del mod">
          <ac:chgData name="Andrea De Vicente Grau" userId="46183348-2291-47f1-aa1b-165cff0984cd" providerId="ADAL" clId="{A482A47D-0B28-4887-A040-A04402978156}" dt="2026-09-17T15:22:48.641" v="962" actId="478"/>
          <ac:graphicFrameMkLst>
            <pc:docMk/>
            <pc:sldMk cId="3152577225" sldId="1881839138"/>
            <ac:graphicFrameMk id="2" creationId="{D261818E-CF97-6F6A-7D1B-A447D5BBCD68}"/>
          </ac:graphicFrameMkLst>
        </pc:graphicFrameChg>
        <pc:graphicFrameChg chg="del">
          <ac:chgData name="Andrea De Vicente Grau" userId="46183348-2291-47f1-aa1b-165cff0984cd" providerId="ADAL" clId="{A482A47D-0B28-4887-A040-A04402978156}" dt="2026-09-17T15:22:31.518" v="956" actId="478"/>
          <ac:graphicFrameMkLst>
            <pc:docMk/>
            <pc:sldMk cId="3152577225" sldId="1881839138"/>
            <ac:graphicFrameMk id="87" creationId="{075768C5-B990-FE36-9E22-21A9D1D3313F}"/>
          </ac:graphicFrameMkLst>
        </pc:graphicFrameChg>
        <pc:graphicFrameChg chg="del">
          <ac:chgData name="Andrea De Vicente Grau" userId="46183348-2291-47f1-aa1b-165cff0984cd" providerId="ADAL" clId="{A482A47D-0B28-4887-A040-A04402978156}" dt="2026-09-17T15:22:34.110" v="957" actId="478"/>
          <ac:graphicFrameMkLst>
            <pc:docMk/>
            <pc:sldMk cId="3152577225" sldId="1881839138"/>
            <ac:graphicFrameMk id="88" creationId="{CE6DDCE7-C1B0-7526-7439-C37D8FAA98A2}"/>
          </ac:graphicFrameMkLst>
        </pc:graphicFrameChg>
        <pc:picChg chg="add mod">
          <ac:chgData name="Andrea De Vicente Grau" userId="46183348-2291-47f1-aa1b-165cff0984cd" providerId="ADAL" clId="{A482A47D-0B28-4887-A040-A04402978156}" dt="2026-09-17T15:23:05.604" v="964" actId="1076"/>
          <ac:picMkLst>
            <pc:docMk/>
            <pc:sldMk cId="3152577225" sldId="1881839138"/>
            <ac:picMk id="6" creationId="{15E35A6B-5513-5D89-5A46-3F075C0A146C}"/>
          </ac:picMkLst>
        </pc:picChg>
        <pc:picChg chg="add mod">
          <ac:chgData name="Andrea De Vicente Grau" userId="46183348-2291-47f1-aa1b-165cff0984cd" providerId="ADAL" clId="{A482A47D-0B28-4887-A040-A04402978156}" dt="2026-09-17T15:23:26.631" v="966" actId="1076"/>
          <ac:picMkLst>
            <pc:docMk/>
            <pc:sldMk cId="3152577225" sldId="1881839138"/>
            <ac:picMk id="8" creationId="{68511A40-41C2-EB16-5FB5-737DC48D8A73}"/>
          </ac:picMkLst>
        </pc:picChg>
        <pc:picChg chg="add mod">
          <ac:chgData name="Andrea De Vicente Grau" userId="46183348-2291-47f1-aa1b-165cff0984cd" providerId="ADAL" clId="{A482A47D-0B28-4887-A040-A04402978156}" dt="2026-09-17T15:23:46.102" v="969" actId="1076"/>
          <ac:picMkLst>
            <pc:docMk/>
            <pc:sldMk cId="3152577225" sldId="1881839138"/>
            <ac:picMk id="10" creationId="{AA736FC5-B5C7-4970-4262-125633A20140}"/>
          </ac:picMkLst>
        </pc:picChg>
        <pc:picChg chg="add mod">
          <ac:chgData name="Andrea De Vicente Grau" userId="46183348-2291-47f1-aa1b-165cff0984cd" providerId="ADAL" clId="{A482A47D-0B28-4887-A040-A04402978156}" dt="2026-09-17T15:24:03.790" v="971" actId="1076"/>
          <ac:picMkLst>
            <pc:docMk/>
            <pc:sldMk cId="3152577225" sldId="1881839138"/>
            <ac:picMk id="12" creationId="{2C34AFA3-A5DC-1790-4517-5B89904BCC58}"/>
          </ac:picMkLst>
        </pc:picChg>
        <pc:picChg chg="add mod">
          <ac:chgData name="Andrea De Vicente Grau" userId="46183348-2291-47f1-aa1b-165cff0984cd" providerId="ADAL" clId="{A482A47D-0B28-4887-A040-A04402978156}" dt="2026-09-17T15:28:18.115" v="1019" actId="207"/>
          <ac:picMkLst>
            <pc:docMk/>
            <pc:sldMk cId="3152577225" sldId="1881839138"/>
            <ac:picMk id="18" creationId="{5C321402-DF4B-D12E-22EC-A88150A6A9BE}"/>
          </ac:picMkLst>
        </pc:picChg>
      </pc:sldChg>
      <pc:sldChg chg="addSp delSp modSp add del mod">
        <pc:chgData name="Andrea De Vicente Grau" userId="46183348-2291-47f1-aa1b-165cff0984cd" providerId="ADAL" clId="{A482A47D-0B28-4887-A040-A04402978156}" dt="2026-09-17T15:21:58.053" v="954" actId="47"/>
        <pc:sldMkLst>
          <pc:docMk/>
          <pc:sldMk cId="3876960381" sldId="1881839138"/>
        </pc:sldMkLst>
        <pc:spChg chg="del">
          <ac:chgData name="Andrea De Vicente Grau" userId="46183348-2291-47f1-aa1b-165cff0984cd" providerId="ADAL" clId="{A482A47D-0B28-4887-A040-A04402978156}" dt="2026-09-17T15:10:11.251" v="761" actId="478"/>
          <ac:spMkLst>
            <pc:docMk/>
            <pc:sldMk cId="3876960381" sldId="1881839138"/>
            <ac:spMk id="12" creationId="{1E6BC91A-9DE5-6C9D-01D0-224E1377B856}"/>
          </ac:spMkLst>
        </pc:spChg>
        <pc:spChg chg="del">
          <ac:chgData name="Andrea De Vicente Grau" userId="46183348-2291-47f1-aa1b-165cff0984cd" providerId="ADAL" clId="{A482A47D-0B28-4887-A040-A04402978156}" dt="2026-09-17T15:10:11.251" v="761" actId="478"/>
          <ac:spMkLst>
            <pc:docMk/>
            <pc:sldMk cId="3876960381" sldId="1881839138"/>
            <ac:spMk id="13" creationId="{A26720CA-C77B-2FF1-C400-9352E359180B}"/>
          </ac:spMkLst>
        </pc:spChg>
        <pc:spChg chg="del">
          <ac:chgData name="Andrea De Vicente Grau" userId="46183348-2291-47f1-aa1b-165cff0984cd" providerId="ADAL" clId="{A482A47D-0B28-4887-A040-A04402978156}" dt="2026-09-17T15:10:03.668" v="760" actId="478"/>
          <ac:spMkLst>
            <pc:docMk/>
            <pc:sldMk cId="3876960381" sldId="1881839138"/>
            <ac:spMk id="14" creationId="{CA4A8F43-AAFE-2194-EB69-82133877DAEB}"/>
          </ac:spMkLst>
        </pc:spChg>
        <pc:spChg chg="del">
          <ac:chgData name="Andrea De Vicente Grau" userId="46183348-2291-47f1-aa1b-165cff0984cd" providerId="ADAL" clId="{A482A47D-0B28-4887-A040-A04402978156}" dt="2026-09-17T15:10:03.668" v="760" actId="478"/>
          <ac:spMkLst>
            <pc:docMk/>
            <pc:sldMk cId="3876960381" sldId="1881839138"/>
            <ac:spMk id="15" creationId="{64DE4F4A-FB11-2B7D-18EE-F7A17ADD4144}"/>
          </ac:spMkLst>
        </pc:spChg>
        <pc:spChg chg="del">
          <ac:chgData name="Andrea De Vicente Grau" userId="46183348-2291-47f1-aa1b-165cff0984cd" providerId="ADAL" clId="{A482A47D-0B28-4887-A040-A04402978156}" dt="2026-09-17T15:10:03.668" v="760" actId="478"/>
          <ac:spMkLst>
            <pc:docMk/>
            <pc:sldMk cId="3876960381" sldId="1881839138"/>
            <ac:spMk id="16" creationId="{88357651-6F7D-D46B-B1AA-A398AD1CD856}"/>
          </ac:spMkLst>
        </pc:spChg>
        <pc:spChg chg="mod">
          <ac:chgData name="Andrea De Vicente Grau" userId="46183348-2291-47f1-aa1b-165cff0984cd" providerId="ADAL" clId="{A482A47D-0B28-4887-A040-A04402978156}" dt="2026-09-17T15:12:00.926" v="781" actId="1076"/>
          <ac:spMkLst>
            <pc:docMk/>
            <pc:sldMk cId="3876960381" sldId="1881839138"/>
            <ac:spMk id="21" creationId="{815CF50C-8375-E869-5DB4-FE31433B7717}"/>
          </ac:spMkLst>
        </pc:spChg>
        <pc:spChg chg="del">
          <ac:chgData name="Andrea De Vicente Grau" userId="46183348-2291-47f1-aa1b-165cff0984cd" providerId="ADAL" clId="{A482A47D-0B28-4887-A040-A04402978156}" dt="2026-09-17T15:11:55.379" v="780" actId="478"/>
          <ac:spMkLst>
            <pc:docMk/>
            <pc:sldMk cId="3876960381" sldId="1881839138"/>
            <ac:spMk id="22" creationId="{A3BAADDA-54B4-D56E-5014-230AFF23DD01}"/>
          </ac:spMkLst>
        </pc:spChg>
        <pc:spChg chg="del">
          <ac:chgData name="Andrea De Vicente Grau" userId="46183348-2291-47f1-aa1b-165cff0984cd" providerId="ADAL" clId="{A482A47D-0B28-4887-A040-A04402978156}" dt="2026-09-17T15:11:55.379" v="780" actId="478"/>
          <ac:spMkLst>
            <pc:docMk/>
            <pc:sldMk cId="3876960381" sldId="1881839138"/>
            <ac:spMk id="23" creationId="{D2AA2547-E7F9-341D-6F30-CCDEA086C27B}"/>
          </ac:spMkLst>
        </pc:spChg>
        <pc:spChg chg="del">
          <ac:chgData name="Andrea De Vicente Grau" userId="46183348-2291-47f1-aa1b-165cff0984cd" providerId="ADAL" clId="{A482A47D-0B28-4887-A040-A04402978156}" dt="2026-09-17T15:11:55.379" v="780" actId="478"/>
          <ac:spMkLst>
            <pc:docMk/>
            <pc:sldMk cId="3876960381" sldId="1881839138"/>
            <ac:spMk id="24" creationId="{A8950398-C7E4-C297-34D3-9E47DEAFF4BC}"/>
          </ac:spMkLst>
        </pc:spChg>
        <pc:spChg chg="del">
          <ac:chgData name="Andrea De Vicente Grau" userId="46183348-2291-47f1-aa1b-165cff0984cd" providerId="ADAL" clId="{A482A47D-0B28-4887-A040-A04402978156}" dt="2026-09-17T15:11:55.379" v="780" actId="478"/>
          <ac:spMkLst>
            <pc:docMk/>
            <pc:sldMk cId="3876960381" sldId="1881839138"/>
            <ac:spMk id="25" creationId="{135027D4-5B75-D1E8-62EF-951FDF8F5EDB}"/>
          </ac:spMkLst>
        </pc:spChg>
        <pc:spChg chg="del">
          <ac:chgData name="Andrea De Vicente Grau" userId="46183348-2291-47f1-aa1b-165cff0984cd" providerId="ADAL" clId="{A482A47D-0B28-4887-A040-A04402978156}" dt="2026-09-17T15:11:55.379" v="780" actId="478"/>
          <ac:spMkLst>
            <pc:docMk/>
            <pc:sldMk cId="3876960381" sldId="1881839138"/>
            <ac:spMk id="26" creationId="{7C5C6ADA-E16F-56EC-51CA-40F9948B9ADC}"/>
          </ac:spMkLst>
        </pc:spChg>
        <pc:spChg chg="add mod">
          <ac:chgData name="Andrea De Vicente Grau" userId="46183348-2291-47f1-aa1b-165cff0984cd" providerId="ADAL" clId="{A482A47D-0B28-4887-A040-A04402978156}" dt="2026-09-17T15:12:38.200" v="783" actId="1076"/>
          <ac:spMkLst>
            <pc:docMk/>
            <pc:sldMk cId="3876960381" sldId="1881839138"/>
            <ac:spMk id="43" creationId="{79DF4FEF-35D1-DFC9-1F99-96F77F6ABA3E}"/>
          </ac:spMkLst>
        </pc:spChg>
        <pc:graphicFrameChg chg="add mod">
          <ac:chgData name="Andrea De Vicente Grau" userId="46183348-2291-47f1-aa1b-165cff0984cd" providerId="ADAL" clId="{A482A47D-0B28-4887-A040-A04402978156}" dt="2026-09-17T15:11:46.865" v="779" actId="1076"/>
          <ac:graphicFrameMkLst>
            <pc:docMk/>
            <pc:sldMk cId="3876960381" sldId="1881839138"/>
            <ac:graphicFrameMk id="6" creationId="{591C0F35-41BA-6CE6-A7AE-32802BBFED4A}"/>
          </ac:graphicFrameMkLst>
        </pc:graphicFrameChg>
      </pc:sldChg>
      <pc:sldChg chg="add del">
        <pc:chgData name="Andrea De Vicente Grau" userId="46183348-2291-47f1-aa1b-165cff0984cd" providerId="ADAL" clId="{A482A47D-0B28-4887-A040-A04402978156}" dt="2026-09-17T15:22:36.976" v="959"/>
        <pc:sldMkLst>
          <pc:docMk/>
          <pc:sldMk cId="1174391664" sldId="1881839139"/>
        </pc:sldMkLst>
      </pc:sldChg>
      <pc:sldMasterChg chg="delSldLayout">
        <pc:chgData name="Andrea De Vicente Grau" userId="46183348-2291-47f1-aa1b-165cff0984cd" providerId="ADAL" clId="{A482A47D-0B28-4887-A040-A04402978156}" dt="2026-09-17T15:35:54.807" v="1049" actId="47"/>
        <pc:sldMasterMkLst>
          <pc:docMk/>
          <pc:sldMasterMk cId="3990626545" sldId="2147484074"/>
        </pc:sldMasterMkLst>
        <pc:sldLayoutChg chg="del">
          <pc:chgData name="Andrea De Vicente Grau" userId="46183348-2291-47f1-aa1b-165cff0984cd" providerId="ADAL" clId="{A482A47D-0B28-4887-A040-A04402978156}" dt="2026-09-17T15:35:54.807" v="1049" actId="47"/>
          <pc:sldLayoutMkLst>
            <pc:docMk/>
            <pc:sldMasterMk cId="3990626545" sldId="2147484074"/>
            <pc:sldLayoutMk cId="861713499" sldId="2147484208"/>
          </pc:sldLayoutMkLst>
        </pc:sldLayoutChg>
      </pc:sldMasterChg>
      <pc:sldMasterChg chg="delSldLayout">
        <pc:chgData name="Andrea De Vicente Grau" userId="46183348-2291-47f1-aa1b-165cff0984cd" providerId="ADAL" clId="{A482A47D-0B28-4887-A040-A04402978156}" dt="2026-09-17T15:04:14.398" v="656" actId="47"/>
        <pc:sldMasterMkLst>
          <pc:docMk/>
          <pc:sldMasterMk cId="2260442145" sldId="2147484129"/>
        </pc:sldMasterMkLst>
        <pc:sldLayoutChg chg="del">
          <pc:chgData name="Andrea De Vicente Grau" userId="46183348-2291-47f1-aa1b-165cff0984cd" providerId="ADAL" clId="{A482A47D-0B28-4887-A040-A04402978156}" dt="2026-09-17T15:04:14.398" v="656" actId="47"/>
          <pc:sldLayoutMkLst>
            <pc:docMk/>
            <pc:sldMasterMk cId="2260442145" sldId="2147484129"/>
            <pc:sldLayoutMk cId="611921260" sldId="2147484237"/>
          </pc:sldLayoutMkLst>
        </pc:sldLayoutChg>
        <pc:sldLayoutChg chg="del">
          <pc:chgData name="Andrea De Vicente Grau" userId="46183348-2291-47f1-aa1b-165cff0984cd" providerId="ADAL" clId="{A482A47D-0B28-4887-A040-A04402978156}" dt="2026-09-17T14:39:08.292" v="339" actId="47"/>
          <pc:sldLayoutMkLst>
            <pc:docMk/>
            <pc:sldMasterMk cId="2260442145" sldId="2147484129"/>
            <pc:sldLayoutMk cId="1363892377" sldId="2147484239"/>
          </pc:sldLayoutMkLst>
        </pc:sldLayoutChg>
      </pc:sldMasterChg>
      <pc:sldMasterChg chg="delSldLayout">
        <pc:chgData name="Andrea De Vicente Grau" userId="46183348-2291-47f1-aa1b-165cff0984cd" providerId="ADAL" clId="{A482A47D-0B28-4887-A040-A04402978156}" dt="2026-09-17T15:06:12.944" v="688" actId="47"/>
        <pc:sldMasterMkLst>
          <pc:docMk/>
          <pc:sldMasterMk cId="3547212497" sldId="2147484143"/>
        </pc:sldMasterMkLst>
        <pc:sldLayoutChg chg="del">
          <pc:chgData name="Andrea De Vicente Grau" userId="46183348-2291-47f1-aa1b-165cff0984cd" providerId="ADAL" clId="{A482A47D-0B28-4887-A040-A04402978156}" dt="2026-09-17T15:06:12.944" v="688" actId="47"/>
          <pc:sldLayoutMkLst>
            <pc:docMk/>
            <pc:sldMasterMk cId="3547212497" sldId="2147484143"/>
            <pc:sldLayoutMk cId="2382475910" sldId="2147484240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2474A6"/>
            </a:solidFill>
            <a:ln w="0">
              <a:noFill/>
            </a:ln>
          </c:spPr>
          <c:invertIfNegative val="0"/>
          <c:dLbls>
            <c:numFmt formatCode="\€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Naypyitaw</c:v>
                </c:pt>
                <c:pt idx="1">
                  <c:v>Yangon</c:v>
                </c:pt>
                <c:pt idx="2">
                  <c:v>Mandalay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110568.7065</c:v>
                </c:pt>
                <c:pt idx="1">
                  <c:v>106200.3705</c:v>
                </c:pt>
                <c:pt idx="2">
                  <c:v>106197.67200000001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20-4226-9F4D-9E43F36B8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0872"/>
        <c:axId val="88386703"/>
      </c:barChart>
      <c:catAx>
        <c:axId val="4608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000000"/>
                </a:solidFill>
                <a:uFillTx/>
                <a:latin typeface="Arial"/>
              </a:defRPr>
            </a:pPr>
            <a:endParaRPr lang="en-US"/>
          </a:p>
        </c:txPr>
        <c:crossAx val="88386703"/>
        <c:crosses val="autoZero"/>
        <c:auto val="1"/>
        <c:lblAlgn val="ctr"/>
        <c:lblOffset val="100"/>
        <c:noMultiLvlLbl val="0"/>
      </c:catAx>
      <c:valAx>
        <c:axId val="88386703"/>
        <c:scaling>
          <c:orientation val="minMax"/>
        </c:scaling>
        <c:delete val="1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460872"/>
        <c:crosses val="autoZero"/>
        <c:crossBetween val="between"/>
      </c:valAx>
      <c:spPr>
        <a:noFill/>
        <a:ln w="12600">
          <a:solidFill>
            <a:srgbClr val="F4F5F7"/>
          </a:solidFill>
          <a:round/>
        </a:ln>
      </c:spPr>
    </c:plotArea>
    <c:plotVisOnly val="1"/>
    <c:dispBlanksAs val="span"/>
    <c:showDLblsOverMax val="1"/>
  </c:chart>
  <c:spPr>
    <a:noFill/>
    <a:ln w="0">
      <a:noFill/>
    </a:ln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F46A4B97-00A5-44E7-B49F-659C8D90A0D8}" type="datetimeFigureOut">
              <a:rPr lang="en-GB" smtClean="0">
                <a:latin typeface="Arial" pitchFamily="34" charset="0"/>
              </a:rPr>
              <a:t>17/09/2026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509B038-C0E1-4257-A8F7-E83797F429AE}" type="datetimeFigureOut">
              <a:rPr lang="en-GB" smtClean="0"/>
              <a:t>17/09/2026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86DD79-454E-46F8-90C7-110E444BD9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EEA1D-4B61-7F71-91A5-4598EA19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>
            <a:extLst>
              <a:ext uri="{FF2B5EF4-FFF2-40B4-BE49-F238E27FC236}">
                <a16:creationId xmlns:a16="http://schemas.microsoft.com/office/drawing/2014/main" id="{FC19E0AB-8CAC-27ED-F0E1-6FE109693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>
            <a:extLst>
              <a:ext uri="{FF2B5EF4-FFF2-40B4-BE49-F238E27FC236}">
                <a16:creationId xmlns:a16="http://schemas.microsoft.com/office/drawing/2014/main" id="{6E78575A-60CA-683C-67CB-744D5F9FE14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>
            <a:extLst>
              <a:ext uri="{FF2B5EF4-FFF2-40B4-BE49-F238E27FC236}">
                <a16:creationId xmlns:a16="http://schemas.microsoft.com/office/drawing/2014/main" id="{3389ABF9-97DC-989A-E277-593A3C2A20DE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86DD79-454E-46F8-90C7-110E444BD9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1908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ACB14-EDA4-64D8-0D68-931A1697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>
            <a:extLst>
              <a:ext uri="{FF2B5EF4-FFF2-40B4-BE49-F238E27FC236}">
                <a16:creationId xmlns:a16="http://schemas.microsoft.com/office/drawing/2014/main" id="{5E46DB60-2BFF-63BA-1FCC-D8D568B7F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>
            <a:extLst>
              <a:ext uri="{FF2B5EF4-FFF2-40B4-BE49-F238E27FC236}">
                <a16:creationId xmlns:a16="http://schemas.microsoft.com/office/drawing/2014/main" id="{E74F668E-7563-3263-BB0E-562D3EF1D3B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>
            <a:extLst>
              <a:ext uri="{FF2B5EF4-FFF2-40B4-BE49-F238E27FC236}">
                <a16:creationId xmlns:a16="http://schemas.microsoft.com/office/drawing/2014/main" id="{415328B4-63AF-8524-B8EB-D2AFBB5903FB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83A1BF-1A00-4EF9-B4B2-363331E2CC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15176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FB734C-EAC5-44B2-9268-8ED9C5E486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6" y="369888"/>
            <a:ext cx="11224800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53898BEC-6674-4B10-9A95-1B1E7C9060E3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F851C8EF-1338-D82C-0A79-D82F19A8A652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3827" y="1209871"/>
            <a:ext cx="112248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765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7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3469-5BB8-40A8-9B5D-6AD61965D7D9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82DA146A-5709-F447-3346-204EE5B815A7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348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6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1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A00A-665A-4303-A29D-1ED418210110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DBBCF896-27E0-C01F-F29F-E119A69C26B8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759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2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8670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4839-9649-4B53-A3EA-AC7730617800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222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259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C4898-07B2-4A34-B4C1-97EA83C388DD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2016125"/>
            <a:ext cx="5610479" cy="4033837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7C4A53-D484-0A91-32DE-DC7DFBC6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9"/>
            <a:ext cx="5610479" cy="1057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5E68C722-CAA8-3CF2-F9DD-E5B39ADB52BF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9FAE36C1-9D06-0B3F-8C2C-7956FDBBC48B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664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6926-A98A-4458-A31F-AAEB45E760CD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0886606-7F7C-229B-523F-A51D629D8F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DFDFED0-9426-6F78-EE09-B416D3559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0D1CEB-1876-8DB7-6913-D6F96D953A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344ED76-364E-1538-DFB0-B25FC3D75E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CFE1354-17C3-F8BE-C22A-B4DC2FEEE4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Highlight line 1">
            <a:extLst>
              <a:ext uri="{FF2B5EF4-FFF2-40B4-BE49-F238E27FC236}">
                <a16:creationId xmlns:a16="http://schemas.microsoft.com/office/drawing/2014/main" id="{34F207C9-9A8B-EF87-98D3-1C82E5A73D92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485523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Highlight line 2">
            <a:extLst>
              <a:ext uri="{FF2B5EF4-FFF2-40B4-BE49-F238E27FC236}">
                <a16:creationId xmlns:a16="http://schemas.microsoft.com/office/drawing/2014/main" id="{F2F8A8EF-34AC-8909-599F-945923D00AEF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312096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Highlight line 3">
            <a:extLst>
              <a:ext uri="{FF2B5EF4-FFF2-40B4-BE49-F238E27FC236}">
                <a16:creationId xmlns:a16="http://schemas.microsoft.com/office/drawing/2014/main" id="{FAEBBCA3-F771-49F4-C4AD-11D468F96AB6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8138670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364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593C-742F-4ACB-9EDA-A69C3A2A1B41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51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89568-CF1E-47A1-8D4A-16809EE0BA80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572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572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620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620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669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70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0BA6537A-D367-6DF9-2A2C-F0EF216DD5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ABE1BD9-533C-1930-8960-4BAE5CA746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372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FFEBD01-EBC9-7BDA-3CC5-39B4C8203AA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420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38869CAE-EFD2-4214-1658-F59F26B22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469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032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74D7-F369-4AAB-A2F9-B9A50811F718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ighlight line 1">
            <a:extLst>
              <a:ext uri="{FF2B5EF4-FFF2-40B4-BE49-F238E27FC236}">
                <a16:creationId xmlns:a16="http://schemas.microsoft.com/office/drawing/2014/main" id="{D638E914-C7FD-199D-8EA9-54168F74DB4B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621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ou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657C9-63D2-49CD-83E6-A14162FB84D8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454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iler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70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8AD6562-534C-460E-9220-88AF17BCBE4D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67D32DCB-72F6-BC64-6A9F-4F444D870309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4377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ED27-72F6-4DF1-9F0D-AE3207A4D1FA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3BFD9291-7C93-C8C3-E865-14F1ED772B4B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3862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8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A9678-3998-4221-9489-94AC1737C9CB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Highlight line 1">
            <a:extLst>
              <a:ext uri="{FF2B5EF4-FFF2-40B4-BE49-F238E27FC236}">
                <a16:creationId xmlns:a16="http://schemas.microsoft.com/office/drawing/2014/main" id="{E5CC5342-66A4-BF03-2DC2-BB34A77EA402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8064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372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221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E3949-B69A-4036-ABEF-E13ED583B59E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070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Highlight line 1">
            <a:extLst>
              <a:ext uri="{FF2B5EF4-FFF2-40B4-BE49-F238E27FC236}">
                <a16:creationId xmlns:a16="http://schemas.microsoft.com/office/drawing/2014/main" id="{D8436614-E485-73D8-1866-645F4E1B657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1833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455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388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57C9-5C93-4E58-8D42-FE341B1F0959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321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91EC5-9CD6-B52C-F192-1D28C197D5E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5523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F5F74F9-864E-3DD7-6291-763A9D830F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77372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EC6B6C9-6D62-F36C-8404-9E032EF106E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69221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7F9E8A1-A5A0-CC6C-3FD8-D24AC966E14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61070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B4B85666-74E6-3B59-B428-DA6F69438EFB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85775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53509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5521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22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38670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DC9-FBF9-4117-BF57-FB1EF1DD1AAF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222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1D1C9E-8438-3A10-53E8-497704D4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75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36304-4A4F-43F8-8665-AF62D176DEA2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SmartArt Placeholder 13">
            <a:extLst>
              <a:ext uri="{FF2B5EF4-FFF2-40B4-BE49-F238E27FC236}">
                <a16:creationId xmlns:a16="http://schemas.microsoft.com/office/drawing/2014/main" id="{36E374FE-EF38-20ED-2BF5-CB693F717A11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E7A756FE-60E8-9B30-EBA2-BFCA0731818E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96927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3C260-8204-40D7-BB54-DA19102078EB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68952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9938" y="0"/>
            <a:ext cx="3802061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311524" y="1411287"/>
            <a:ext cx="3568952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361665-A619-0AEE-E8F0-5711C798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7394953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SmartArt Placeholder 13">
            <a:extLst>
              <a:ext uri="{FF2B5EF4-FFF2-40B4-BE49-F238E27FC236}">
                <a16:creationId xmlns:a16="http://schemas.microsoft.com/office/drawing/2014/main" id="{4810EDA4-155A-A258-0118-EFE8D82F818C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FDFC33E0-8D2C-02F1-3F63-6C8E60CA183B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2171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C59E-718C-47C3-8D13-8A8A2A6017C0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977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5113" y="0"/>
            <a:ext cx="3036886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3290888" y="1411287"/>
            <a:ext cx="2549525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468690-9C07-32F0-8029-E127A361B770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117908" y="1411287"/>
            <a:ext cx="2549525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452E42-0F44-3CC2-78EC-9EE78A1B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82588"/>
            <a:ext cx="8181910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SmartArt Placeholder 13">
            <a:extLst>
              <a:ext uri="{FF2B5EF4-FFF2-40B4-BE49-F238E27FC236}">
                <a16:creationId xmlns:a16="http://schemas.microsoft.com/office/drawing/2014/main" id="{CDF6C7E5-B2CD-8A12-144D-E84B4B13BBE5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9E0B55F5-4343-46A7-2F1A-1F847817530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7537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28FD-5139-458C-8BB4-5CABE063094F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215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84D1-1BD5-4E29-9299-646D88205D2B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661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661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799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799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936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937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47795BA7-FED2-3A4E-668F-CA4916635A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AF8E8AE1-116F-1D7C-AFB6-535FEA2AD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461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4B1E875-44CC-11CC-E72A-001D464384F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598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8D314131-1577-B46C-596B-C2AD516D1E6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736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83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2C1B3-7D36-416C-82D5-2DA170BC535E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7BC80A-0B74-DD25-90D5-7D9F71589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7923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F5E5E41-09E4-029C-0E75-C9B547E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7923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1A34F1E0-A87C-7178-6538-22253973A9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5523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74E37A4-57E6-2CDF-2A5F-3C554861B7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523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116B2E5-B73A-D121-0F3D-AD18A29831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07923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EB861F1-1DCD-AC14-72C5-74E3CBEDCC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923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2AD0FA3F-F163-4A05-299B-BC661CE2D5A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5523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5857066-46A9-72C9-EBC1-46A671B0000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07923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8DCA9A-F508-544F-26AE-564194DADC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7923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0057E680-F84B-F640-97B3-1574895E59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85523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A0A840B-4CD0-8E51-0DB8-CAA8C5CE56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07923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07FD0F3-2EFB-1048-729B-F8D9C5387E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07923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8F182A88-FA5D-6BF5-64A4-F27206333D0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85523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0E55779C-A246-7AA1-1246-32F3BAC3E9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99772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AE906D56-BF94-FEC3-DB85-DEC802C0ED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9772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CF08BE99-68E9-C172-4584-192EAC7EBA2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377372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61B59087-059A-8552-985C-C458B49492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77372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80CEAFC-3F56-53A9-7CA1-6FF2EFEA9F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99772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F927087-C230-38DF-C1BC-D979647576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99772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E5B079F2-242E-7156-DFAD-AED073123B5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372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BAD8BB7A-C875-E730-22F2-58BF881807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99772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428864EC-7BF7-9E3F-14AA-1569F68FDB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9772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01784631-4FDE-2C65-08D2-90389B52BB2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377372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0154653D-5642-2E90-794A-C1E075F2C19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99772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7B745924-C16B-48BF-AE37-F5CD447BF3B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9772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3" name="Picture Placeholder 12">
            <a:extLst>
              <a:ext uri="{FF2B5EF4-FFF2-40B4-BE49-F238E27FC236}">
                <a16:creationId xmlns:a16="http://schemas.microsoft.com/office/drawing/2014/main" id="{4E35CBCD-AFBE-52EA-7BC2-89F29ED83F88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377372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C6A4FD7C-43FE-CC16-4728-179DD98E56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91621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CCC5923F-9079-4223-BD7D-2ECA17762C8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91621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D730576F-217C-362A-C36F-674299D51B9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269221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683AAA8B-B0B9-8676-2816-59B9081C34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69221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66FDE5EC-EECA-8ACE-6501-3066CB7FE8A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91621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73D20F87-E90C-42D0-0ED6-6300216BB30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91621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0" name="Picture Placeholder 12">
            <a:extLst>
              <a:ext uri="{FF2B5EF4-FFF2-40B4-BE49-F238E27FC236}">
                <a16:creationId xmlns:a16="http://schemas.microsoft.com/office/drawing/2014/main" id="{03693376-1C6C-F15B-897B-29DF694405E9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269221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77461B86-A1F2-292C-BC4A-3A720C40ECF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291621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32236890-E7EA-252D-D7B2-D649918B3AD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291621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3" name="Picture Placeholder 12">
            <a:extLst>
              <a:ext uri="{FF2B5EF4-FFF2-40B4-BE49-F238E27FC236}">
                <a16:creationId xmlns:a16="http://schemas.microsoft.com/office/drawing/2014/main" id="{9D7279F8-145F-2BC9-392D-C195932B23E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69221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38CC5E8C-843D-F801-E86E-74E733EC4AC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291621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1F5E5E23-4BD8-2BF8-132F-46B1EEF1CE4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291621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5CD9EB6F-BA12-B7A4-0F8D-EF9271F7223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269221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23566F37-EF18-0360-14F6-C03B1215951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83471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58D642CD-278F-34F9-CF75-99A7339353C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83471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4F6E90F8-DB8A-5E9D-7163-AC30457FEAC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161070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7435555B-D553-70C9-B67C-5A661E9585C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1070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5DB8DE5C-79AE-8E49-DC40-B4E1DDB68BA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0183471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289E0F5F-936F-FA54-01D7-5CD0040D07C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183471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11FBE638-0595-F8E5-AFBB-43DC12983672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161070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A3352A0C-1A08-FCFC-FF9C-CCA8F22308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183471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5" name="Text Placeholder 9">
            <a:extLst>
              <a:ext uri="{FF2B5EF4-FFF2-40B4-BE49-F238E27FC236}">
                <a16:creationId xmlns:a16="http://schemas.microsoft.com/office/drawing/2014/main" id="{6E261588-76E1-16B7-8374-3F9A28832EF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83471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CAE85F7E-2BA3-3513-9E8B-8B03FE7AAC4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161070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7" name="Text Placeholder 9">
            <a:extLst>
              <a:ext uri="{FF2B5EF4-FFF2-40B4-BE49-F238E27FC236}">
                <a16:creationId xmlns:a16="http://schemas.microsoft.com/office/drawing/2014/main" id="{7280094F-B199-060D-4D4B-CA4F1BFCF5F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183471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53E3C85-558C-05C1-155E-0E52AA94351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183471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9" name="Picture Placeholder 12">
            <a:extLst>
              <a:ext uri="{FF2B5EF4-FFF2-40B4-BE49-F238E27FC236}">
                <a16:creationId xmlns:a16="http://schemas.microsoft.com/office/drawing/2014/main" id="{E5B87C2C-7F36-6D34-D014-54305471A5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161070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70" name="SmartArt Placeholder 7">
            <a:extLst>
              <a:ext uri="{FF2B5EF4-FFF2-40B4-BE49-F238E27FC236}">
                <a16:creationId xmlns:a16="http://schemas.microsoft.com/office/drawing/2014/main" id="{162A8BA6-6F67-C4EB-3430-78F1A0EC0F06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485523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1" name="SmartArt Placeholder 7">
            <a:extLst>
              <a:ext uri="{FF2B5EF4-FFF2-40B4-BE49-F238E27FC236}">
                <a16:creationId xmlns:a16="http://schemas.microsoft.com/office/drawing/2014/main" id="{EC5DF0FE-64D1-AB19-CAF1-A390D6492B0D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3377372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2" name="SmartArt Placeholder 7">
            <a:extLst>
              <a:ext uri="{FF2B5EF4-FFF2-40B4-BE49-F238E27FC236}">
                <a16:creationId xmlns:a16="http://schemas.microsoft.com/office/drawing/2014/main" id="{60800279-F9E3-EDED-BB35-F73EEF52F830}"/>
              </a:ext>
            </a:extLst>
          </p:cNvPr>
          <p:cNvSpPr>
            <a:spLocks noGrp="1"/>
          </p:cNvSpPr>
          <p:nvPr>
            <p:ph type="dgm" sz="quarter" idx="76" hasCustomPrompt="1"/>
          </p:nvPr>
        </p:nvSpPr>
        <p:spPr>
          <a:xfrm>
            <a:off x="6269221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3" name="SmartArt Placeholder 7">
            <a:extLst>
              <a:ext uri="{FF2B5EF4-FFF2-40B4-BE49-F238E27FC236}">
                <a16:creationId xmlns:a16="http://schemas.microsoft.com/office/drawing/2014/main" id="{1BF95AC1-33EC-C487-C489-B7A97BBB2925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9161070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48819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14E7-DDEE-4D06-B617-424C13860159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ighlight line 1">
            <a:extLst>
              <a:ext uri="{FF2B5EF4-FFF2-40B4-BE49-F238E27FC236}">
                <a16:creationId xmlns:a16="http://schemas.microsoft.com/office/drawing/2014/main" id="{82B2FB72-F2C5-9972-3E89-F35F455D0FAC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3782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ou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FF7D-9C9E-4720-B7AF-86D853AF0452}" type="datetime3">
              <a:rPr lang="en-US" smtClean="0"/>
              <a:t>17 September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992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81F3BED-E626-F3AE-FF20-A6D76239471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1140D12-1777-AADD-5351-B92F135ED633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F57181-8F7C-581D-8E8B-8B2B0CB051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E8A127C-FDD5-21E9-1FD6-D9B4A7D554F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F35FD06-DC07-383C-ACE2-7933BCD2218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455015A-145D-7CF9-4597-672713F8B4A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80675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1220A54-6882-53B1-3380-1A61010197C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8E9B09-FE70-E913-490B-27400CDE026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tx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F9C0FF-258E-8363-A5DF-DBEE8F7DBB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C512783-0C4C-5151-CAE6-146AA9E6F5CD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6DF74BF-1D17-9014-1B6E-93895F45C98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F9AC3AF-EFC6-BFFC-C56B-6DCC6CC17E82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3028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450C8DF-4702-5EBD-26CC-DEBD6800743F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tx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1712FD-9300-4754-120C-13FA331421A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7BB8EC-6C8D-276F-2D5F-057B2E2300D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077F8F2-2AD6-0080-797A-0C80FFAEFEE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447CE8A-37EB-3F17-0CED-93B3FA7CAE9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A25292E-E104-D48F-8B82-AED824EB650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79079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089FD7-604E-6D50-B8E8-386FF8CEA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93808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16936F3-C182-891A-97A0-CF098568C80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5A0015-0244-01BA-67B6-11CDC3C588A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1D5A968-1B24-01BF-95A3-4FCB6124E7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2D456F-2780-F98C-DE5F-2372A03E577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F1A8A8B-F7CF-C180-B3E6-D7E79D33D8B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71991EC-BAEE-610D-F5B6-BC793FB3735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00667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A698E1-9315-F464-C75D-F86E6E4A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3F6603-D012-19C2-19E4-3C9A6BAA4779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D4A6F943-2F06-F19E-5B75-109F4C044A8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E842E1-A6BC-D328-7C47-CC041C18922E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5AF6DD-7A60-6C0D-4712-147333F66FB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A72371-99F2-D052-C5A3-68A496195FCE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06455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EBDC9A-DAD0-DF95-C863-A513F5757B5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82E718-34C5-4345-6EDE-C2A2274567A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04769FC2-AA96-BF7D-A57D-6136B16425B4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018A045E-469B-37B4-66BD-A077F6237FA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96664EF-CE5B-CE23-BD45-8EBEE44AB5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6DD499C-9F4F-85B2-7CED-8B5892C7AA7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24288A-4174-3DC7-2268-294BCF7472B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77925CB-5565-D7E0-CA9C-B423DA5657B2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99404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92712F-14F6-2950-E68A-ADC32C53EBC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24F0FAD-7582-E59D-E125-54DD5BA160A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FA849DF-1D4C-EAF0-08A5-7DDBACD55F3C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AFCBB4D7-2A1F-809A-E4FD-A2FEADA71C98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CE9ED0-A8F9-201F-B8D4-E7719F6A1A7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839EC8-BF8D-8EE4-F606-CEE2A03CBD2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EC72D34-A5B5-3A04-807D-A4539C621A76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33F9E4-7AB9-2619-EE33-D5ABBA23ADA3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30665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4019ED-5B2C-404F-02EC-797AD0FF10F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6D27708-5BDE-7609-B2E7-5BB669F020F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ED53A776-F7E6-4162-5C9C-EBEC582A810E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AD73404A-FC7B-D657-2C28-CB0C86D6B749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0E09F0-6F36-3CCB-B830-9F7B497C4FA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A4C3CD-8DDC-D023-1851-A260526E6035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B23B9A3-ECB2-23D6-6117-B089B1FA3213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EE98FE-B6F7-394F-EA0F-013620E0895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3467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E5DE78-B7B3-7321-F9AE-079289C97DAA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0E3E6A4-E7C7-D8B1-D168-425F837286E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68A48E44-3626-12D9-7447-675C0E15D905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2D5DD4F1-1FCF-E20D-2541-C550DC2B1532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BEBDFF-ED3A-E888-AD12-6BA94B2A481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BC2A0E5-BD4A-D898-E5C9-D0B31466077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10A528C-196B-EA38-1C48-567C6808C71B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953CEB8-AAB6-262F-570B-0ECADEA0B52C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28389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C7DE68-0AF4-0FBC-E65F-4833641C7EF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0BD9D2-8DFC-5B4A-B844-B24A38A6307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E1C76AD-AD2A-6908-C0E9-04C4C1A81DE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CAE00036-4F0B-1437-BB6F-8AC8C14ABDC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685D981-4029-E7FA-8B11-18D394BA29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BB284A9-7F86-7F5F-FBFB-890629FF0C7B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0E5AB5A-4698-308F-13D4-76EFF3ED9F4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9E603B-2DE7-EDE4-E8C7-0840DD22DB3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20680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2147BC-BA53-072F-B27C-857DCB3CC434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DBCF8F7-16B2-8025-2163-4CF53707228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426E6F1-6C8E-DD12-2CA8-4211518D079A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4A734034-5634-67CA-4626-075282D8771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BCC4E4E-DB60-AAA2-30B8-85FB27793E5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754C697-8757-DBD8-0F47-66719448588D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7170ED6-7576-7DC6-7CD2-493AB81FDB32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BDFD37-5DF4-83FC-13C7-1622C7EA37EB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05337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B5BDB1-ABE4-6C1A-A636-E9D325F7D597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B428B8-9D15-8754-5228-50D1CDED59D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DABE5942-11DC-26F6-D516-AA89EB12761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05EF7429-9EA5-A77D-C1E8-780C689FEFED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1F71768-B5BE-EB31-9B39-6306726851A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69D4A47-109F-97A9-8BB7-695E2DDB88C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5D0788-0739-0A60-6682-4C9C5F88BC55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AB39C3E-36D1-33F0-6E71-5D756B69DE0B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2039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CF1D76-2CEC-4E02-ACB7-01F89831CB77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BD5D0521-4094-9D8B-52E6-631237D5BD0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3A4557-DC1B-62FA-EE9B-0CB917BAEA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6BA2D9F-0D2F-D79E-E499-30F4B3FB3E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3FC8F491-4D00-1C16-D6B2-ACD7615366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5969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863536-16E3-41B3-8EE3-6336C0F15EC9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ACB4367-2799-0576-B281-23496773778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162AF18-04FB-0708-AF33-E552339B93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4BD16F51-032F-C324-8E27-9D3386376C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ACB3712E-B0C7-5DF8-727F-B342B14E85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7784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6F9600-6ED5-4C9A-A224-B4DA76B2A994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AF7C041-0026-0AA4-CDB7-598AF37652E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DF9604-9FFE-5366-14B1-6E98FF54FD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B4DC74D-09B1-00C3-C853-2FCB83D83F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1BCCEAD-5BD2-139C-B8CA-47AA22CF5B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81874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FB31CB-384F-4A8F-9510-FCD4F8A771B9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70CFE58-C48C-EB78-A7C2-9DAD5AE279F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2F9EF071-FB10-CF45-4D4C-CC7A0F2F44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E95E037-9B68-6C43-6E58-19731A170D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8EF229A-7417-0859-E03A-6DE977AAA53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71246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A3CE14-CA98-4346-A092-1EF8A638A488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E60EA83-A995-4505-DF09-49ACD12C00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9E24CB42-4B4A-FBF9-0318-8441E851EE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2A995D54-A48E-D49D-D858-C351B74BD96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24627D92-7A05-96EE-D2CC-1DCE97AE03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62139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32A259-F8E3-4784-BD8A-EF60F0C6BC42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696C931-4C81-6F33-3CA2-708B10471C3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830BE3B6-2EB9-156E-3A7A-7F956DB53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1EE694-476F-48E9-DBF3-00C4B0D561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B209E70-506F-D144-1E7B-6713638814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4270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251F1-7BB6-483D-8AA9-8EF84A63B40F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0438EF0-1449-85A8-FBE7-6ACEB03F8A8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1353AE-2D42-C6F1-6790-6AC38AEF16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3A18AE-475B-441E-3104-964AD83660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5581FA5-36F5-CE9F-B03C-3AE43501256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8D62577-E867-CFB5-4396-A62B9BC976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914400" indent="-457200">
              <a:defRPr sz="1600">
                <a:solidFill>
                  <a:schemeClr val="tx1"/>
                </a:solidFill>
              </a:defRPr>
            </a:lvl2pPr>
            <a:lvl3pPr marL="914400" indent="-457200">
              <a:defRPr sz="1600">
                <a:solidFill>
                  <a:schemeClr val="tx1"/>
                </a:solidFill>
              </a:defRPr>
            </a:lvl3pPr>
            <a:lvl4pPr marL="914400" indent="-457200">
              <a:defRPr sz="1400">
                <a:solidFill>
                  <a:schemeClr val="tx1"/>
                </a:solidFill>
              </a:defRPr>
            </a:lvl4pPr>
            <a:lvl5pPr marL="914400" indent="-457200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2989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95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855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650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31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75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22AE78-E772-4DEF-96E4-D0AB4115C504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453F1BC-17EA-77B8-592E-FCFE83B19F7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B26ED38-5705-7F09-4DBF-E084B72B07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5BFB2A-1E13-09AB-7074-98B802DA0A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EF03636-2B32-4286-9F50-04A4BF52226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982410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947546"/>
            <a:ext cx="11218863" cy="4304030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F0D423-2F6A-40D7-A2CE-8B6843F98C8C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0806E92-9CA8-7CD6-8C03-853AAAF9884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98ACE82-2958-251A-9634-105994D77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A190E6F-E59B-12A9-9497-C41DFEF6B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2FA1C3C-0418-38FF-CF34-587CFC0C57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5019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947546"/>
            <a:ext cx="11218863" cy="4304030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838CF-E956-4CBC-A657-88B9F9FEF984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E27BD-46C7-A524-5EB7-8B5FEEA62B74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4C2A58F-B939-7AED-F76A-0D247C5D6F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41374777-5950-D16E-5C8A-CEEBDD9C5F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6648B71-A102-284C-B1D1-FB11D93E1D1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2374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0F7440-6F42-6C00-68CC-571F93676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2400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000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184577-3908-4D44-A0C0-6725FBA36825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4000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400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solidFill>
                  <a:schemeClr val="tx1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6" name="SmartArt Placeholder 13">
            <a:extLst>
              <a:ext uri="{FF2B5EF4-FFF2-40B4-BE49-F238E27FC236}">
                <a16:creationId xmlns:a16="http://schemas.microsoft.com/office/drawing/2014/main" id="{C175892A-D780-3687-E55F-52F03613966A}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martArt Placeholder 14">
            <a:extLst>
              <a:ext uri="{FF2B5EF4-FFF2-40B4-BE49-F238E27FC236}">
                <a16:creationId xmlns:a16="http://schemas.microsoft.com/office/drawing/2014/main" id="{4A443555-765D-10C7-DCA6-95FCD6943CA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584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3F67A3-D43E-4843-89C3-3ED809E431D3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SmartArt Placeholder 13">
            <a:extLst>
              <a:ext uri="{FF2B5EF4-FFF2-40B4-BE49-F238E27FC236}">
                <a16:creationId xmlns:a16="http://schemas.microsoft.com/office/drawing/2014/main" id="{7EB1D1CC-D315-B6FA-1A39-C605B10441F2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SmartArt Placeholder 14">
            <a:extLst>
              <a:ext uri="{FF2B5EF4-FFF2-40B4-BE49-F238E27FC236}">
                <a16:creationId xmlns:a16="http://schemas.microsoft.com/office/drawing/2014/main" id="{442A224B-11FE-50D1-E5E3-DDE53EB0C4E8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45080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8035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59436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813224" y="1137922"/>
            <a:ext cx="6610006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999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1101171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8B73-555A-4F14-931F-DAE40AC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4F7F7-7376-4A8F-BC88-154581002E6B}" type="datetime3">
              <a:rPr lang="en-US" smtClean="0"/>
              <a:t>17 September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FC2ED-0BA0-4018-BDCE-AA7E8B5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9BB1-9F3B-419B-872D-8849B20B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1" y="6516456"/>
            <a:ext cx="884088" cy="123111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79588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E15DA5-AD3B-F42C-9F90-41E03DA74BA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85A6A1-4C45-4D21-360C-45A025A8C3A8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D9164CD-BAAE-149D-12D2-AD957CC5B00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323FA8A-20E5-BBBF-683D-0D9F9C1083B8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90782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2A67DF-28B1-E2B6-D888-253B803BC8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930F8F5-10E4-3ACE-74FD-68004C6A9CC8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4BE0D9F-983D-7AA4-DE05-CABE1C853B2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2222131-BAC8-30B9-14D4-444B8413D206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58781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B7B9A11-36F6-150D-9689-1F285012999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FA79165-A103-A92C-B81E-0450D5593C40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9BF7F96-361A-536D-0E37-86D1C0C5431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7418670-9207-62B8-CA3D-AED7B026DC0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8185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4D282E3-E3FA-ACC5-A684-68BE7973AE1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17D3A1D-309B-7B64-A4CB-023CFE74438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230AF1F-89A7-77C7-CF6A-94213D9F75D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FE1CC89-50B5-D555-52ED-73F7EB3FD52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61827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F6C1D5A-1C3A-FA28-B820-77473DD2C37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C8B2A2-C944-8A81-B196-6C56B212524F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0E3DC7-07D5-44EF-DBDA-313849A255D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F7FC04E-7B3D-C608-3A6A-B86EE70631C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2014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175F62C-ACB7-B628-70C8-7F02279578E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89A6B6C-0667-B0A9-1DDB-12BF6CDE04B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4211DEC-70CD-AA64-CA97-2B2EED9A16DA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ADC2D54-DFA7-DD50-9EB9-997C21A6B0B7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7490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19F8BF4-8DE0-A541-C439-074C49D1FC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E213CD9-DFE7-CDB8-EC2B-68C65D613EA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AF9987-8FA5-0288-2952-913544FEBA3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DB011F4-52F2-D63D-62B4-551A0B545057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152806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D10F1C7-0F7C-3E77-D9E5-3A241B32FC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57DA754-0BBB-5F37-68B2-9F46C944180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8409072-EC3A-B8A8-2A95-C95691B5343A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11AB0D8-3D01-BB54-2A37-0408D5FF63D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82083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1A3892-80EF-2F13-889C-02B2E55572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BD80205-FC57-A852-810D-6C74086E418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8911994-9FBE-43E7-1E6A-E2CFA82D812D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6554DDD-3D11-756A-44F8-981EED004BC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109209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E35C7E-712B-7B3D-E75E-DA612AD1E3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DDDB73-B080-CD2D-C172-3B71EAB0219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0C70E25-FF2B-E637-84B3-4C131AFB4EA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2672F43-1143-C1A4-2A36-5D3DD1426FA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734880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C932CF8-C87E-6945-CAC9-52370BDCF4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A5E7417-8C08-9C1E-6D4A-655F86AE3F7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48081DB-50A6-1A69-9F8F-6BC6A2FA658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DBDA381-A133-7C6A-9482-DA60265C8701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7991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FB6F3ED-6C65-79DE-95C4-1FCD54DC60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236DE7D-BE1C-38F4-32B6-26B022E339AE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E719BC9-4258-5DBD-672D-CF6633E576D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ACB19F1-10C3-F550-B019-EEB4F9920BA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561397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227367-4990-4CB5-BC91-0B86742CFD26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5419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23F665-7DCE-4AC8-9255-45198962C518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03448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AFC1849-17DB-459D-8F82-7630FEC3884F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728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1BE447-BCDC-4EEC-980D-A27DDD97413D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0400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0B95D1-C1EF-4E09-8CD4-3ADFDE140BB7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24105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A24DDF8-32C5-4452-B55F-4A8C15AB0F46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133321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10E464A-F9DB-4EEE-9330-F258545ED41D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530385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F43A0B76-FA96-4AE1-9E7A-CA773A5CE7F7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787739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0FDB31C-B2AC-44FE-9195-0148306780F6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464262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DDB56C-2F99-49E1-A21E-C60A83819F31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22594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083A435D-0067-43E8-93B9-61A52CB8F46B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60152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44C4E7A6-E413-4802-A251-C1ED1804CD5D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063348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81333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5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73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slideLayout" Target="../slideLayouts/slideLayout72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3827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24pt</a:t>
            </a:r>
            <a:r>
              <a:rPr lang="en-US" dirty="0"/>
              <a:t>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0250C1F-BD3B-48A5-B929-1D58369E7B86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721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66" r:id="rId9"/>
    <p:sldLayoutId id="2147484152" r:id="rId10"/>
    <p:sldLayoutId id="2147484238" r:id="rId11"/>
    <p:sldLayoutId id="2147484239" r:id="rId12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66" orient="horz" pos="550" userDrawn="1">
          <p15:clr>
            <a:srgbClr val="F26B43"/>
          </p15:clr>
        </p15:guide>
        <p15:guide id="67" orient="horz" pos="232" userDrawn="1">
          <p15:clr>
            <a:srgbClr val="F26B43"/>
          </p15:clr>
        </p15:guide>
        <p15:guide id="68" orient="horz" pos="3816" userDrawn="1">
          <p15:clr>
            <a:srgbClr val="F26B43"/>
          </p15:clr>
        </p15:guide>
        <p15:guide id="69" orient="horz" pos="89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11pt</a:t>
            </a:r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10pt</a:t>
            </a:r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20pt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7515EF9-41B7-440A-A874-011C64F2FBA5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044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  <p:sldLayoutId id="2147484133" r:id="rId4"/>
    <p:sldLayoutId id="2147484134" r:id="rId5"/>
    <p:sldLayoutId id="2147484135" r:id="rId6"/>
    <p:sldLayoutId id="2147484136" r:id="rId7"/>
    <p:sldLayoutId id="2147484137" r:id="rId8"/>
    <p:sldLayoutId id="2147484138" r:id="rId9"/>
    <p:sldLayoutId id="2147484139" r:id="rId10"/>
    <p:sldLayoutId id="2147484140" r:id="rId11"/>
    <p:sldLayoutId id="2147484141" r:id="rId12"/>
    <p:sldLayoutId id="2147484207" r:id="rId13"/>
    <p:sldLayoutId id="2147484142" r:id="rId1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0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78" userDrawn="1">
          <p15:clr>
            <a:srgbClr val="F26B43"/>
          </p15:clr>
        </p15:guide>
        <p15:guide id="4" pos="302" userDrawn="1">
          <p15:clr>
            <a:srgbClr val="F26B43"/>
          </p15:clr>
        </p15:guide>
        <p15:guide id="50" orient="horz" pos="232" userDrawn="1">
          <p15:clr>
            <a:srgbClr val="F26B43"/>
          </p15:clr>
        </p15:guide>
        <p15:guide id="51" orient="horz" pos="640" userDrawn="1">
          <p15:clr>
            <a:srgbClr val="F26B43"/>
          </p15:clr>
        </p15:guide>
        <p15:guide id="80" orient="horz" pos="3816" userDrawn="1">
          <p15:clr>
            <a:srgbClr val="F26B43"/>
          </p15:clr>
        </p15:guide>
        <p15:guide id="81" orient="horz" pos="89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505209A-9CC7-459A-A7CE-13339705E87D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99062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8" r:id="rId3"/>
    <p:sldLayoutId id="2147484153" r:id="rId4"/>
    <p:sldLayoutId id="2147484154" r:id="rId5"/>
    <p:sldLayoutId id="2147484116" r:id="rId6"/>
    <p:sldLayoutId id="2147484117" r:id="rId7"/>
    <p:sldLayoutId id="2147484118" r:id="rId8"/>
    <p:sldLayoutId id="2147484111" r:id="rId9"/>
    <p:sldLayoutId id="2147484112" r:id="rId10"/>
    <p:sldLayoutId id="2147484113" r:id="rId11"/>
    <p:sldLayoutId id="2147484114" r:id="rId12"/>
    <p:sldLayoutId id="2147484079" r:id="rId13"/>
    <p:sldLayoutId id="2147484080" r:id="rId14"/>
    <p:sldLayoutId id="2147484082" r:id="rId15"/>
    <p:sldLayoutId id="2147484083" r:id="rId16"/>
    <p:sldLayoutId id="2147484081" r:id="rId17"/>
    <p:sldLayoutId id="2147484155" r:id="rId18"/>
    <p:sldLayoutId id="2147484004" r:id="rId19"/>
    <p:sldLayoutId id="2147483984" r:id="rId20"/>
    <p:sldLayoutId id="2147484041" r:id="rId21"/>
    <p:sldLayoutId id="2147484084" r:id="rId22"/>
    <p:sldLayoutId id="2147484028" r:id="rId23"/>
    <p:sldLayoutId id="2147484014" r:id="rId24"/>
    <p:sldLayoutId id="2147484019" r:id="rId25"/>
    <p:sldLayoutId id="2147484236" r:id="rId26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48" orient="horz" pos="527" userDrawn="1">
          <p15:clr>
            <a:srgbClr val="F26B43"/>
          </p15:clr>
        </p15:guide>
        <p15:guide id="57" orient="horz" pos="890" userDrawn="1">
          <p15:clr>
            <a:srgbClr val="F26B43"/>
          </p15:clr>
        </p15:guide>
        <p15:guide id="78" orient="horz" pos="3816" userDrawn="1">
          <p15:clr>
            <a:srgbClr val="F26B43"/>
          </p15:clr>
        </p15:guide>
        <p15:guide id="79" orient="horz" pos="232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237C16-C15A-4902-A3D7-A5F24B02ABAA}" type="datetime3">
              <a:rPr lang="en-US" smtClean="0"/>
              <a:t>17 September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56997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  <p:sldLayoutId id="2147484216" r:id="rId7"/>
    <p:sldLayoutId id="2147484217" r:id="rId8"/>
    <p:sldLayoutId id="2147484218" r:id="rId9"/>
    <p:sldLayoutId id="2147484219" r:id="rId10"/>
    <p:sldLayoutId id="2147484220" r:id="rId11"/>
    <p:sldLayoutId id="2147484221" r:id="rId12"/>
    <p:sldLayoutId id="2147484222" r:id="rId13"/>
    <p:sldLayoutId id="2147484223" r:id="rId14"/>
    <p:sldLayoutId id="2147484224" r:id="rId15"/>
    <p:sldLayoutId id="2147484225" r:id="rId16"/>
    <p:sldLayoutId id="2147484226" r:id="rId17"/>
    <p:sldLayoutId id="2147484227" r:id="rId18"/>
    <p:sldLayoutId id="2147484228" r:id="rId19"/>
    <p:sldLayoutId id="2147484229" r:id="rId20"/>
    <p:sldLayoutId id="2147484230" r:id="rId21"/>
    <p:sldLayoutId id="2147484231" r:id="rId22"/>
    <p:sldLayoutId id="2147484232" r:id="rId23"/>
    <p:sldLayoutId id="2147484233" r:id="rId24"/>
    <p:sldLayoutId id="2147484234" r:id="rId25"/>
    <p:sldLayoutId id="2147484235" r:id="rId26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6.png"/><Relationship Id="rId7" Type="http://schemas.openxmlformats.org/officeDocument/2006/relationships/hyperlink" Target="https://people.ey.com/:x:/r/personal/andrea_de_vicente_grau_es_ey_com/Documents/Desktop/Ironhack%202026%20PC/Parte%201_Excel/Excel%20D%C3%ADa%207/D%C3%ADa%207_Miniproject%20-%20Excel_Andrea%20de%20Vicente_17092026.xlsm?d=w28f1cd1ca9f44d3ea81024a4c13cdbdd&amp;csf=1&amp;web=1&amp;e=KyHV1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D369242-9032-FA49-40E3-3539D4DA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558675"/>
            <a:ext cx="4906009" cy="2232781"/>
          </a:xfrm>
        </p:spPr>
        <p:txBody>
          <a:bodyPr/>
          <a:lstStyle/>
          <a:p>
            <a:r>
              <a:rPr lang="es-ES" sz="4000" dirty="0"/>
              <a:t>Análisis de ventas en supermercado: sucursales, productos y clientes</a:t>
            </a:r>
            <a:endParaRPr lang="en-US" sz="4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2B6E94-7EFF-F4AF-6DEE-D59791BE0B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Andrea de Vicente Grau</a:t>
            </a:r>
          </a:p>
        </p:txBody>
      </p:sp>
    </p:spTree>
    <p:extLst>
      <p:ext uri="{BB962C8B-B14F-4D97-AF65-F5344CB8AC3E}">
        <p14:creationId xmlns:p14="http://schemas.microsoft.com/office/powerpoint/2010/main" val="3359828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502920" y="25596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39">
                <a:solidFill>
                  <a:srgbClr val="65717E"/>
                </a:solidFill>
                <a:effectLst/>
                <a:uFillTx/>
                <a:latin typeface="Aptos"/>
                <a:ea typeface="Aptos"/>
              </a:rPr>
              <a:t>SUPERMARKET ANALYTICS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9367920" y="6464808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dirty="0">
                <a:solidFill>
                  <a:srgbClr val="7A8490"/>
                </a:solidFill>
                <a:effectLst/>
                <a:uFillTx/>
                <a:latin typeface="Aptos"/>
              </a:rPr>
              <a:t>Andrea De Vicente Grau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530280" y="621720"/>
            <a:ext cx="7954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El Proyecto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6"/>
          <p:cNvSpPr/>
          <p:nvPr/>
        </p:nvSpPr>
        <p:spPr>
          <a:xfrm>
            <a:off x="530280" y="1210788"/>
            <a:ext cx="1097280" cy="9360"/>
          </a:xfrm>
          <a:prstGeom prst="line">
            <a:avLst/>
          </a:prstGeom>
          <a:ln w="508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7"/>
          <p:cNvSpPr/>
          <p:nvPr/>
        </p:nvSpPr>
        <p:spPr>
          <a:xfrm>
            <a:off x="548640" y="2635056"/>
            <a:ext cx="21027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CE2"/>
            </a:solidFill>
            <a:round/>
          </a:ln>
          <a:effectLst>
            <a:outerShdw blurRad="25560" dist="12218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548640" y="2635056"/>
            <a:ext cx="82080" cy="123408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777240" y="2891016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B5D"/>
                </a:solidFill>
                <a:effectLst/>
                <a:uFillTx/>
                <a:latin typeface="Aptos"/>
              </a:rPr>
              <a:t>€322.967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777240" y="3421296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VENTAS TOTALES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2834640" y="2635056"/>
            <a:ext cx="21027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CE2"/>
            </a:solidFill>
            <a:round/>
          </a:ln>
          <a:effectLst>
            <a:outerShdw blurRad="25560" dist="12218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2834640" y="2635056"/>
            <a:ext cx="82080" cy="123408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3063240" y="2891016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B5D"/>
                </a:solidFill>
                <a:effectLst/>
                <a:uFillTx/>
                <a:latin typeface="Aptos"/>
              </a:rPr>
              <a:t>1.000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3063240" y="3421296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717E"/>
                </a:solidFill>
                <a:effectLst/>
                <a:uFillTx/>
                <a:latin typeface="Aptos"/>
              </a:rPr>
              <a:t>FACTURAS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5120640" y="2635056"/>
            <a:ext cx="21027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CE2"/>
            </a:solidFill>
            <a:round/>
          </a:ln>
          <a:effectLst>
            <a:outerShdw blurRad="25560" dist="12218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6"/>
          <p:cNvSpPr/>
          <p:nvPr/>
        </p:nvSpPr>
        <p:spPr>
          <a:xfrm>
            <a:off x="5120640" y="2635056"/>
            <a:ext cx="82080" cy="123408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7"/>
          <p:cNvSpPr/>
          <p:nvPr/>
        </p:nvSpPr>
        <p:spPr>
          <a:xfrm>
            <a:off x="5349240" y="2891016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B5D"/>
                </a:solidFill>
                <a:effectLst/>
                <a:uFillTx/>
                <a:latin typeface="Aptos"/>
              </a:rPr>
              <a:t>€322,97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5349240" y="3421296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717E"/>
                </a:solidFill>
                <a:effectLst/>
                <a:uFillTx/>
                <a:latin typeface="Aptos"/>
              </a:rPr>
              <a:t>TICKET MEDIO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7406640" y="2635056"/>
            <a:ext cx="21027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CE2"/>
            </a:solidFill>
            <a:round/>
          </a:ln>
          <a:effectLst>
            <a:outerShdw blurRad="25560" dist="12218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0"/>
          <p:cNvSpPr/>
          <p:nvPr/>
        </p:nvSpPr>
        <p:spPr>
          <a:xfrm>
            <a:off x="7406640" y="2635056"/>
            <a:ext cx="82080" cy="123408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7635240" y="2891016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B5D"/>
                </a:solidFill>
                <a:effectLst/>
                <a:uFillTx/>
                <a:latin typeface="Aptos"/>
              </a:rPr>
              <a:t>6,97 / 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7635240" y="3421296"/>
            <a:ext cx="17370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717E"/>
                </a:solidFill>
                <a:effectLst/>
                <a:uFillTx/>
                <a:latin typeface="Aptos"/>
              </a:rPr>
              <a:t>RATING MEDIO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3"/>
          <p:cNvSpPr/>
          <p:nvPr/>
        </p:nvSpPr>
        <p:spPr>
          <a:xfrm>
            <a:off x="9692640" y="2635056"/>
            <a:ext cx="1874160" cy="12340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CE2"/>
            </a:solidFill>
            <a:round/>
          </a:ln>
          <a:effectLst>
            <a:outerShdw blurRad="25560" dist="12218" dir="2700000" algn="bl" rotWithShape="0">
              <a:srgbClr val="000000">
                <a:alpha val="13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9692640" y="2635056"/>
            <a:ext cx="82080" cy="1234080"/>
          </a:xfrm>
          <a:prstGeom prst="rect">
            <a:avLst/>
          </a:prstGeom>
          <a:solidFill>
            <a:srgbClr val="2474A6"/>
          </a:solidFill>
          <a:ln w="12700">
            <a:solidFill>
              <a:srgbClr val="2474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5"/>
          <p:cNvSpPr/>
          <p:nvPr/>
        </p:nvSpPr>
        <p:spPr>
          <a:xfrm>
            <a:off x="9921240" y="2891016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B5D"/>
                </a:solidFill>
                <a:effectLst/>
                <a:uFillTx/>
                <a:latin typeface="Aptos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9921240" y="3421296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65717E"/>
                </a:solidFill>
                <a:effectLst/>
                <a:uFillTx/>
                <a:latin typeface="Aptos"/>
              </a:rPr>
              <a:t>SUCURSALES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576000" y="4125096"/>
            <a:ext cx="10314504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 err="1">
                <a:solidFill>
                  <a:srgbClr val="123B5D"/>
                </a:solidFill>
                <a:effectLst/>
                <a:uFillTx/>
                <a:latin typeface="Aptos"/>
              </a:rPr>
              <a:t>Objetivo</a:t>
            </a:r>
            <a:r>
              <a:rPr lang="en-US" sz="18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:  </a:t>
            </a:r>
            <a:r>
              <a:rPr lang="es-ES" sz="18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¿Qué impulsa las ventas y la satisfacción del supermercado?</a:t>
            </a:r>
          </a:p>
        </p:txBody>
      </p:sp>
      <p:sp>
        <p:nvSpPr>
          <p:cNvPr id="68" name="Shape 28"/>
          <p:cNvSpPr/>
          <p:nvPr/>
        </p:nvSpPr>
        <p:spPr>
          <a:xfrm>
            <a:off x="603360" y="4646376"/>
            <a:ext cx="516600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C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9"/>
          <p:cNvSpPr/>
          <p:nvPr/>
        </p:nvSpPr>
        <p:spPr>
          <a:xfrm>
            <a:off x="767880" y="4819896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74A6"/>
                </a:solidFill>
                <a:effectLst/>
                <a:uFillTx/>
                <a:latin typeface="Aptos"/>
              </a:rPr>
              <a:t>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0"/>
          <p:cNvSpPr/>
          <p:nvPr/>
        </p:nvSpPr>
        <p:spPr>
          <a:xfrm>
            <a:off x="1261800" y="4774176"/>
            <a:ext cx="4251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 dirty="0">
                <a:solidFill>
                  <a:srgbClr val="24323D"/>
                </a:solidFill>
                <a:effectLst/>
                <a:uFillTx/>
                <a:latin typeface="Aptos"/>
              </a:rPr>
              <a:t>¿</a:t>
            </a:r>
            <a:r>
              <a:rPr lang="en-US" sz="1220" b="0" u="none" strike="noStrike" dirty="0" err="1">
                <a:solidFill>
                  <a:srgbClr val="24323D"/>
                </a:solidFill>
                <a:effectLst/>
                <a:uFillTx/>
                <a:latin typeface="Aptos"/>
              </a:rPr>
              <a:t>Qué</a:t>
            </a:r>
            <a:r>
              <a:rPr lang="en-US" sz="1220" b="0" u="none" strike="noStrike" dirty="0">
                <a:solidFill>
                  <a:srgbClr val="24323D"/>
                </a:solidFill>
                <a:effectLst/>
                <a:uFillTx/>
                <a:latin typeface="Aptos"/>
              </a:rPr>
              <a:t> </a:t>
            </a:r>
            <a:r>
              <a:rPr lang="en-US" sz="1220" b="0" u="none" strike="noStrike" dirty="0" err="1">
                <a:solidFill>
                  <a:srgbClr val="24323D"/>
                </a:solidFill>
                <a:effectLst/>
                <a:uFillTx/>
                <a:latin typeface="Aptos"/>
              </a:rPr>
              <a:t>sucursal</a:t>
            </a:r>
            <a:r>
              <a:rPr lang="en-US" sz="1220" b="0" u="none" strike="noStrike" dirty="0">
                <a:solidFill>
                  <a:srgbClr val="24323D"/>
                </a:solidFill>
                <a:effectLst/>
                <a:uFillTx/>
                <a:latin typeface="Aptos"/>
              </a:rPr>
              <a:t> y </a:t>
            </a:r>
            <a:r>
              <a:rPr lang="en-US" sz="1220" b="0" u="none" strike="noStrike" dirty="0" err="1">
                <a:solidFill>
                  <a:srgbClr val="24323D"/>
                </a:solidFill>
                <a:effectLst/>
                <a:uFillTx/>
                <a:latin typeface="Aptos"/>
              </a:rPr>
              <a:t>categoría</a:t>
            </a:r>
            <a:r>
              <a:rPr lang="en-US" sz="1220" b="0" u="none" strike="noStrike" dirty="0">
                <a:solidFill>
                  <a:srgbClr val="24323D"/>
                </a:solidFill>
                <a:effectLst/>
                <a:uFillTx/>
                <a:latin typeface="Aptos"/>
              </a:rPr>
              <a:t> </a:t>
            </a:r>
            <a:r>
              <a:rPr lang="en-US" sz="1220" b="0" u="none" strike="noStrike" dirty="0" err="1">
                <a:solidFill>
                  <a:srgbClr val="24323D"/>
                </a:solidFill>
                <a:effectLst/>
                <a:uFillTx/>
                <a:latin typeface="Aptos"/>
              </a:rPr>
              <a:t>generan</a:t>
            </a:r>
            <a:r>
              <a:rPr lang="en-US" sz="1220" b="0" u="none" strike="noStrike" dirty="0">
                <a:solidFill>
                  <a:srgbClr val="24323D"/>
                </a:solidFill>
                <a:effectLst/>
                <a:uFillTx/>
                <a:latin typeface="Aptos"/>
              </a:rPr>
              <a:t> </a:t>
            </a:r>
            <a:r>
              <a:rPr lang="en-US" sz="1220" b="0" u="none" strike="noStrike" dirty="0" err="1">
                <a:solidFill>
                  <a:srgbClr val="24323D"/>
                </a:solidFill>
                <a:effectLst/>
                <a:uFillTx/>
                <a:latin typeface="Aptos"/>
              </a:rPr>
              <a:t>más</a:t>
            </a:r>
            <a:r>
              <a:rPr lang="en-US" sz="1220" b="0" u="none" strike="noStrike" dirty="0">
                <a:solidFill>
                  <a:srgbClr val="24323D"/>
                </a:solidFill>
                <a:effectLst/>
                <a:uFillTx/>
                <a:latin typeface="Aptos"/>
              </a:rPr>
              <a:t> </a:t>
            </a:r>
            <a:r>
              <a:rPr lang="en-US" sz="1220" b="0" u="none" strike="noStrike" dirty="0" err="1">
                <a:solidFill>
                  <a:srgbClr val="24323D"/>
                </a:solidFill>
                <a:effectLst/>
                <a:uFillTx/>
                <a:latin typeface="Aptos"/>
              </a:rPr>
              <a:t>ventas</a:t>
            </a:r>
            <a:r>
              <a:rPr lang="en-US" sz="1220" b="0" u="none" strike="noStrike" dirty="0">
                <a:solidFill>
                  <a:srgbClr val="24323D"/>
                </a:solidFill>
                <a:effectLst/>
                <a:uFillTx/>
                <a:latin typeface="Aptos"/>
              </a:rPr>
              <a:t>?</a:t>
            </a:r>
            <a:endParaRPr lang="en-US" sz="12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1"/>
          <p:cNvSpPr/>
          <p:nvPr/>
        </p:nvSpPr>
        <p:spPr>
          <a:xfrm>
            <a:off x="6135480" y="4646376"/>
            <a:ext cx="516600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C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2"/>
          <p:cNvSpPr/>
          <p:nvPr/>
        </p:nvSpPr>
        <p:spPr>
          <a:xfrm>
            <a:off x="6300000" y="4819896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74A6"/>
                </a:solidFill>
                <a:effectLst/>
                <a:uFillTx/>
                <a:latin typeface="Aptos"/>
              </a:rPr>
              <a:t>02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3"/>
          <p:cNvSpPr/>
          <p:nvPr/>
        </p:nvSpPr>
        <p:spPr>
          <a:xfrm>
            <a:off x="6793920" y="4774176"/>
            <a:ext cx="4251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323D"/>
                </a:solidFill>
                <a:effectLst/>
                <a:uFillTx/>
                <a:latin typeface="Aptos"/>
              </a:rPr>
              <a:t>¿Los clientes Member gastan más?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4"/>
          <p:cNvSpPr/>
          <p:nvPr/>
        </p:nvSpPr>
        <p:spPr>
          <a:xfrm>
            <a:off x="603360" y="5487696"/>
            <a:ext cx="516600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C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5"/>
          <p:cNvSpPr/>
          <p:nvPr/>
        </p:nvSpPr>
        <p:spPr>
          <a:xfrm>
            <a:off x="767880" y="5661216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74A6"/>
                </a:solidFill>
                <a:effectLst/>
                <a:uFillTx/>
                <a:latin typeface="Aptos"/>
              </a:rPr>
              <a:t>03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6"/>
          <p:cNvSpPr/>
          <p:nvPr/>
        </p:nvSpPr>
        <p:spPr>
          <a:xfrm>
            <a:off x="1261800" y="5615496"/>
            <a:ext cx="4251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323D"/>
                </a:solidFill>
                <a:effectLst/>
                <a:uFillTx/>
                <a:latin typeface="Aptos"/>
              </a:rPr>
              <a:t>¿Cómo evolucionan las ventas por mes?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37"/>
          <p:cNvSpPr/>
          <p:nvPr/>
        </p:nvSpPr>
        <p:spPr>
          <a:xfrm>
            <a:off x="6135480" y="5487696"/>
            <a:ext cx="5166000" cy="621360"/>
          </a:xfrm>
          <a:prstGeom prst="roundRect">
            <a:avLst>
              <a:gd name="adj" fmla="val 16667"/>
            </a:avLst>
          </a:prstGeom>
          <a:solidFill>
            <a:srgbClr val="FFF8DC"/>
          </a:solidFill>
          <a:ln w="127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8"/>
          <p:cNvSpPr/>
          <p:nvPr/>
        </p:nvSpPr>
        <p:spPr>
          <a:xfrm>
            <a:off x="6300000" y="5661216"/>
            <a:ext cx="3837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474A6"/>
                </a:solidFill>
                <a:effectLst/>
                <a:uFillTx/>
                <a:latin typeface="Aptos"/>
              </a:rPr>
              <a:t>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9"/>
          <p:cNvSpPr/>
          <p:nvPr/>
        </p:nvSpPr>
        <p:spPr>
          <a:xfrm>
            <a:off x="6793920" y="5615496"/>
            <a:ext cx="4251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0" u="none" strike="noStrike">
                <a:solidFill>
                  <a:srgbClr val="24323D"/>
                </a:solidFill>
                <a:effectLst/>
                <a:uFillTx/>
                <a:latin typeface="Aptos"/>
              </a:rPr>
              <a:t>¿Ventas altas significan mejor valoración?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F7E434-F850-B0A4-6560-645C89251713}"/>
              </a:ext>
            </a:extLst>
          </p:cNvPr>
          <p:cNvSpPr/>
          <p:nvPr/>
        </p:nvSpPr>
        <p:spPr>
          <a:xfrm>
            <a:off x="548640" y="1636920"/>
            <a:ext cx="11063880" cy="741096"/>
          </a:xfrm>
          <a:prstGeom prst="rect">
            <a:avLst/>
          </a:prstGeom>
          <a:noFill/>
          <a:ln w="1270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Wingdings" pitchFamily="2" charset="2"/>
              <a:buChar char="§"/>
            </a:pPr>
            <a:endParaRPr lang="es-ES" sz="200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7D54C8-D1E5-8AF0-3F74-8B2BD1151090}"/>
              </a:ext>
            </a:extLst>
          </p:cNvPr>
          <p:cNvSpPr txBox="1"/>
          <p:nvPr/>
        </p:nvSpPr>
        <p:spPr>
          <a:xfrm>
            <a:off x="635400" y="1663920"/>
            <a:ext cx="10881000" cy="652486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tabLst>
                <a:tab pos="0" algn="l"/>
              </a:tabLst>
            </a:pPr>
            <a:r>
              <a:rPr lang="es-ES" sz="2000" dirty="0">
                <a:solidFill>
                  <a:srgbClr val="24323D"/>
                </a:solidFill>
                <a:latin typeface="Aptos"/>
              </a:rPr>
              <a:t>El </a:t>
            </a:r>
            <a:r>
              <a:rPr lang="es-ES" sz="2000" dirty="0" err="1">
                <a:solidFill>
                  <a:srgbClr val="24323D"/>
                </a:solidFill>
                <a:latin typeface="Aptos"/>
              </a:rPr>
              <a:t>dataset</a:t>
            </a:r>
            <a:r>
              <a:rPr lang="es-ES" sz="2000" dirty="0">
                <a:solidFill>
                  <a:srgbClr val="24323D"/>
                </a:solidFill>
                <a:latin typeface="Aptos"/>
              </a:rPr>
              <a:t> reúne 1.000 facturas con información sobre sucursales, clientes, productos, ventas, métodos de pago y valoraciones (17 variables).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8CA16-B493-C880-F632-9C8B1EF5B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5F08DD-5B8A-40EC-A403-62D6ACC5D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30" y="1817463"/>
            <a:ext cx="2837733" cy="1377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" name="Shape 0">
            <a:extLst>
              <a:ext uri="{FF2B5EF4-FFF2-40B4-BE49-F238E27FC236}">
                <a16:creationId xmlns:a16="http://schemas.microsoft.com/office/drawing/2014/main" id="{F3ED9F52-D60F-CBA8-705C-D4164C0824E9}"/>
              </a:ext>
            </a:extLst>
          </p:cNvPr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EEBE2D8D-D862-0DA4-00F4-C158611A9DEC}"/>
              </a:ext>
            </a:extLst>
          </p:cNvPr>
          <p:cNvSpPr/>
          <p:nvPr/>
        </p:nvSpPr>
        <p:spPr>
          <a:xfrm>
            <a:off x="502920" y="25596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39">
                <a:solidFill>
                  <a:srgbClr val="65717E"/>
                </a:solidFill>
                <a:effectLst/>
                <a:uFillTx/>
                <a:latin typeface="Aptos"/>
                <a:ea typeface="Aptos"/>
              </a:rPr>
              <a:t>SUPERMARKET ANALYTICS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58F70C82-A062-ABFD-780E-4E3CC33721AC}"/>
              </a:ext>
            </a:extLst>
          </p:cNvPr>
          <p:cNvSpPr/>
          <p:nvPr/>
        </p:nvSpPr>
        <p:spPr>
          <a:xfrm>
            <a:off x="530280" y="621720"/>
            <a:ext cx="7954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Uso del Data Set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Content Placeholder 13">
            <a:extLst>
              <a:ext uri="{FF2B5EF4-FFF2-40B4-BE49-F238E27FC236}">
                <a16:creationId xmlns:a16="http://schemas.microsoft.com/office/drawing/2014/main" id="{47D7A063-ED93-9B31-CA12-CCA46B036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313" y="1739508"/>
            <a:ext cx="3302853" cy="19446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65A8AF-56BD-3649-BB9C-DA77A5AC1D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1957"/>
          <a:stretch>
            <a:fillRect/>
          </a:stretch>
        </p:blipFill>
        <p:spPr>
          <a:xfrm>
            <a:off x="1641142" y="4454369"/>
            <a:ext cx="3100490" cy="16098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E3E53FA6-FD13-C9FF-2FD4-DA79A7DFC7B2}"/>
              </a:ext>
            </a:extLst>
          </p:cNvPr>
          <p:cNvSpPr/>
          <p:nvPr/>
        </p:nvSpPr>
        <p:spPr>
          <a:xfrm rot="5400000">
            <a:off x="5610852" y="5254442"/>
            <a:ext cx="1134887" cy="164592"/>
          </a:xfrm>
          <a:prstGeom prst="triangle">
            <a:avLst/>
          </a:prstGeom>
          <a:solidFill>
            <a:srgbClr val="FFE600"/>
          </a:solidFill>
          <a:ln w="1270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108000" tIns="108000" rIns="108000" bIns="108000" rtlCol="0" anchor="t" anchorCtr="0"/>
          <a:lstStyle/>
          <a:p>
            <a:pPr marL="252000" marR="0" indent="-252000" algn="l" defTabSz="91440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rgbClr val="FFE600"/>
              </a:buClr>
              <a:buSzTx/>
              <a:buFont typeface="Wingdings" pitchFamily="2" charset="2"/>
              <a:buChar char="§"/>
              <a:tabLst/>
            </a:pPr>
            <a:endParaRPr kumimoji="0" lang="es-ES" sz="2000" b="0" i="0" u="none" strike="noStrike" kern="0" cap="none" spc="0" normalizeH="0" baseline="0" noProof="0" dirty="0" err="1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AF51D-FEBE-AC74-BDB6-B685B3D23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8986" y="2265614"/>
            <a:ext cx="2848227" cy="13777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8CCE1D-E470-D12B-D0EC-0CE9E17629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721" y="4229662"/>
            <a:ext cx="2022901" cy="2104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153DE3-5C76-AA28-6FBB-0A38AB53B8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700" y="4601999"/>
            <a:ext cx="2848367" cy="14517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F8D23-27B5-5EE5-8F6E-DDBBA3E02411}"/>
              </a:ext>
            </a:extLst>
          </p:cNvPr>
          <p:cNvSpPr/>
          <p:nvPr/>
        </p:nvSpPr>
        <p:spPr>
          <a:xfrm>
            <a:off x="804672" y="1560758"/>
            <a:ext cx="5166360" cy="2297185"/>
          </a:xfrm>
          <a:prstGeom prst="roundRect">
            <a:avLst/>
          </a:prstGeom>
          <a:noFill/>
          <a:ln w="12700" cap="flat" cmpd="sng" algn="ctr">
            <a:solidFill>
              <a:srgbClr val="C4C4C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108000" tIns="108000" rIns="108000" bIns="108000" rtlCol="0" anchor="t" anchorCtr="0"/>
          <a:lstStyle/>
          <a:p>
            <a:pPr marL="252000" marR="0" indent="-252000" algn="l" defTabSz="91440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rgbClr val="FFE600"/>
              </a:buClr>
              <a:buSzTx/>
              <a:buFont typeface="Wingdings" pitchFamily="2" charset="2"/>
              <a:buChar char="§"/>
              <a:tabLst/>
            </a:pPr>
            <a:endParaRPr kumimoji="0" lang="es-ES" sz="2000" b="0" i="0" u="none" strike="noStrike" kern="0" cap="none" spc="0" normalizeH="0" baseline="0" noProof="0" dirty="0" err="1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AF7B17-445A-E4AE-A9EF-D5EB95C4D789}"/>
              </a:ext>
            </a:extLst>
          </p:cNvPr>
          <p:cNvSpPr/>
          <p:nvPr/>
        </p:nvSpPr>
        <p:spPr>
          <a:xfrm>
            <a:off x="6385560" y="1509504"/>
            <a:ext cx="5166360" cy="2297185"/>
          </a:xfrm>
          <a:prstGeom prst="roundRect">
            <a:avLst/>
          </a:prstGeom>
          <a:noFill/>
          <a:ln w="12700" cap="flat" cmpd="sng" algn="ctr">
            <a:solidFill>
              <a:srgbClr val="C4C4C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108000" tIns="108000" rIns="108000" bIns="108000" rtlCol="0" anchor="t" anchorCtr="0"/>
          <a:lstStyle/>
          <a:p>
            <a:pPr marL="252000" marR="0" indent="-252000" algn="l" defTabSz="91440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rgbClr val="FFE600"/>
              </a:buClr>
              <a:buSzTx/>
              <a:buFont typeface="Wingdings" pitchFamily="2" charset="2"/>
              <a:buChar char="§"/>
              <a:tabLst/>
            </a:pPr>
            <a:endParaRPr kumimoji="0" lang="es-ES" sz="2000" b="0" i="0" u="none" strike="noStrike" kern="0" cap="none" spc="0" normalizeH="0" baseline="0" noProof="0" dirty="0" err="1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F0955B-D7DC-A6C3-7BF0-E57B37BF7A3D}"/>
              </a:ext>
            </a:extLst>
          </p:cNvPr>
          <p:cNvSpPr/>
          <p:nvPr/>
        </p:nvSpPr>
        <p:spPr>
          <a:xfrm>
            <a:off x="804672" y="4110685"/>
            <a:ext cx="5166360" cy="2297185"/>
          </a:xfrm>
          <a:prstGeom prst="roundRect">
            <a:avLst/>
          </a:prstGeom>
          <a:noFill/>
          <a:ln w="12700" cap="flat" cmpd="sng" algn="ctr">
            <a:solidFill>
              <a:srgbClr val="C4C4C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108000" tIns="108000" rIns="108000" bIns="108000" rtlCol="0" anchor="t" anchorCtr="0"/>
          <a:lstStyle/>
          <a:p>
            <a:pPr marL="252000" marR="0" indent="-252000" algn="l" defTabSz="91440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rgbClr val="FFE600"/>
              </a:buClr>
              <a:buSzTx/>
              <a:buFont typeface="Wingdings" pitchFamily="2" charset="2"/>
              <a:buChar char="§"/>
              <a:tabLst/>
            </a:pPr>
            <a:endParaRPr kumimoji="0" lang="es-ES" sz="2000" b="0" i="0" u="none" strike="noStrike" kern="0" cap="none" spc="0" normalizeH="0" baseline="0" noProof="0" dirty="0" err="1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683D149-E3EA-F11E-B1BE-E9C42CB5A06F}"/>
              </a:ext>
            </a:extLst>
          </p:cNvPr>
          <p:cNvSpPr/>
          <p:nvPr/>
        </p:nvSpPr>
        <p:spPr>
          <a:xfrm>
            <a:off x="6385560" y="4110685"/>
            <a:ext cx="5166360" cy="2297185"/>
          </a:xfrm>
          <a:prstGeom prst="roundRect">
            <a:avLst/>
          </a:prstGeom>
          <a:noFill/>
          <a:ln w="12700" cap="flat" cmpd="sng" algn="ctr">
            <a:solidFill>
              <a:srgbClr val="C4C4C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108000" tIns="108000" rIns="108000" bIns="108000" rtlCol="0" anchor="t" anchorCtr="0"/>
          <a:lstStyle/>
          <a:p>
            <a:pPr marL="252000" marR="0" indent="-252000" algn="l" defTabSz="91440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rgbClr val="FFE600"/>
              </a:buClr>
              <a:buSzTx/>
              <a:buFont typeface="Wingdings" pitchFamily="2" charset="2"/>
              <a:buChar char="§"/>
              <a:tabLst/>
            </a:pPr>
            <a:endParaRPr kumimoji="0" lang="es-ES" sz="2000" b="0" i="0" u="none" strike="noStrike" kern="0" cap="none" spc="0" normalizeH="0" baseline="0" noProof="0" dirty="0" err="1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8CCED96C-62BC-883F-EDB3-967E100A9A3F}"/>
              </a:ext>
            </a:extLst>
          </p:cNvPr>
          <p:cNvSpPr/>
          <p:nvPr/>
        </p:nvSpPr>
        <p:spPr>
          <a:xfrm rot="5400000">
            <a:off x="5610852" y="2670674"/>
            <a:ext cx="1134887" cy="164592"/>
          </a:xfrm>
          <a:prstGeom prst="triangle">
            <a:avLst/>
          </a:prstGeom>
          <a:solidFill>
            <a:srgbClr val="FFE600"/>
          </a:solidFill>
          <a:ln w="12700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lIns="108000" tIns="108000" rIns="108000" bIns="108000" rtlCol="0" anchor="t" anchorCtr="0"/>
          <a:lstStyle/>
          <a:p>
            <a:pPr marL="252000" marR="0" indent="-252000" algn="l" defTabSz="91440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rgbClr val="FFE600"/>
              </a:buClr>
              <a:buSzTx/>
              <a:buFont typeface="Wingdings" pitchFamily="2" charset="2"/>
              <a:buChar char="§"/>
              <a:tabLst/>
            </a:pPr>
            <a:endParaRPr kumimoji="0" lang="es-ES" sz="2000" b="0" i="0" u="none" strike="noStrike" kern="0" cap="none" spc="0" normalizeH="0" baseline="0" noProof="0" dirty="0" err="1">
              <a:ln>
                <a:noFill/>
              </a:ln>
              <a:solidFill>
                <a:srgbClr val="1A1A24"/>
              </a:solidFill>
              <a:effectLst/>
              <a:uLnTx/>
              <a:uFillTx/>
              <a:latin typeface="EYInterstate Light"/>
              <a:ea typeface="+mn-ea"/>
              <a:cs typeface="+mn-cs"/>
            </a:endParaRP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3462B40F-F876-19D0-A1DA-8BBC183E5608}"/>
              </a:ext>
            </a:extLst>
          </p:cNvPr>
          <p:cNvSpPr/>
          <p:nvPr/>
        </p:nvSpPr>
        <p:spPr>
          <a:xfrm>
            <a:off x="530280" y="1210788"/>
            <a:ext cx="1097280" cy="9360"/>
          </a:xfrm>
          <a:prstGeom prst="line">
            <a:avLst/>
          </a:prstGeom>
          <a:ln w="508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514B98-9429-0CC3-653A-5903FCC9E793}"/>
              </a:ext>
            </a:extLst>
          </p:cNvPr>
          <p:cNvSpPr txBox="1"/>
          <p:nvPr/>
        </p:nvSpPr>
        <p:spPr>
          <a:xfrm>
            <a:off x="2014944" y="1362638"/>
            <a:ext cx="2745816" cy="315727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lIns="0" tIns="36576" rIns="0" bIns="0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2000" b="1" dirty="0" err="1">
                <a:solidFill>
                  <a:srgbClr val="123B5D"/>
                </a:solidFill>
                <a:latin typeface="Aptos"/>
              </a:rPr>
              <a:t>Importación</a:t>
            </a:r>
            <a:endParaRPr lang="es-ES" sz="2000" b="1" dirty="0" err="1">
              <a:solidFill>
                <a:srgbClr val="123B5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495A97-99AF-0610-3411-84E810285251}"/>
              </a:ext>
            </a:extLst>
          </p:cNvPr>
          <p:cNvSpPr txBox="1"/>
          <p:nvPr/>
        </p:nvSpPr>
        <p:spPr>
          <a:xfrm>
            <a:off x="7595831" y="1359213"/>
            <a:ext cx="2745816" cy="315727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lIns="0" tIns="36576" rIns="0" bIns="0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2000" b="1" dirty="0" err="1">
                <a:solidFill>
                  <a:srgbClr val="123B5D"/>
                </a:solidFill>
                <a:latin typeface="Aptos"/>
              </a:rPr>
              <a:t>Limpieza</a:t>
            </a:r>
            <a:endParaRPr lang="es-ES" sz="2000" b="1" dirty="0" err="1">
              <a:solidFill>
                <a:srgbClr val="123B5D"/>
              </a:solidFill>
              <a:latin typeface="Apto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A0D53C-9D70-0387-F839-D28645A9728D}"/>
              </a:ext>
            </a:extLst>
          </p:cNvPr>
          <p:cNvSpPr txBox="1"/>
          <p:nvPr/>
        </p:nvSpPr>
        <p:spPr>
          <a:xfrm>
            <a:off x="1818479" y="3959610"/>
            <a:ext cx="2745816" cy="315727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lIns="0" tIns="36576" rIns="0" bIns="0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2000" b="1" dirty="0" err="1">
                <a:solidFill>
                  <a:srgbClr val="123B5D"/>
                </a:solidFill>
                <a:latin typeface="Aptos"/>
              </a:rPr>
              <a:t>Estructurar</a:t>
            </a:r>
            <a:endParaRPr lang="es-ES" sz="2000" b="1" dirty="0" err="1">
              <a:solidFill>
                <a:srgbClr val="123B5D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AC3F30-7C14-202A-CF97-428A8EEC1F65}"/>
              </a:ext>
            </a:extLst>
          </p:cNvPr>
          <p:cNvSpPr txBox="1"/>
          <p:nvPr/>
        </p:nvSpPr>
        <p:spPr>
          <a:xfrm>
            <a:off x="7595831" y="3889144"/>
            <a:ext cx="2745816" cy="315727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lIns="0" tIns="36576" rIns="0" bIns="0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en-US" sz="2000" b="1" dirty="0" err="1">
                <a:solidFill>
                  <a:srgbClr val="123B5D"/>
                </a:solidFill>
                <a:latin typeface="Aptos"/>
              </a:rPr>
              <a:t>Analizar</a:t>
            </a:r>
            <a:endParaRPr lang="es-ES" sz="2000" b="1" dirty="0" err="1">
              <a:solidFill>
                <a:srgbClr val="123B5D"/>
              </a:solidFill>
              <a:latin typeface="Aptos"/>
            </a:endParaRP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D832FCFA-5D88-5CB2-1B22-EA0259F1769D}"/>
              </a:ext>
            </a:extLst>
          </p:cNvPr>
          <p:cNvSpPr/>
          <p:nvPr/>
        </p:nvSpPr>
        <p:spPr>
          <a:xfrm>
            <a:off x="9367920" y="6464808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dirty="0">
                <a:solidFill>
                  <a:srgbClr val="7A8490"/>
                </a:solidFill>
                <a:effectLst/>
                <a:uFillTx/>
                <a:latin typeface="Aptos"/>
              </a:rPr>
              <a:t>Andrea De Vicente Grau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321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30352" y="2743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687783"/>
                </a:solidFill>
              </a:rPr>
              <a:t>SUPERMARKET ANALYTICS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46732" y="1499616"/>
            <a:ext cx="3451932" cy="3794760"/>
          </a:xfrm>
          <a:prstGeom prst="roundRect">
            <a:avLst/>
          </a:prstGeom>
          <a:solidFill>
            <a:srgbClr val="FFF7D6"/>
          </a:solidFill>
          <a:ln w="1905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4375332" y="1737360"/>
            <a:ext cx="539364" cy="532428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4466772" y="1892807"/>
            <a:ext cx="343232" cy="16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3F5F"/>
                </a:solidFill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15411" y="1847087"/>
            <a:ext cx="1716159" cy="21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687783"/>
                </a:solidFill>
              </a:rPr>
              <a:t>PRODUCTOS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2488" y="2349027"/>
            <a:ext cx="2892954" cy="677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F5F"/>
                </a:solidFill>
              </a:rPr>
              <a:t>Food and beverages combina ventas y satisfacción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375332" y="3314293"/>
            <a:ext cx="1330524" cy="43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3F5F"/>
                </a:solidFill>
              </a:rPr>
              <a:t>€56.145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4393619" y="3734917"/>
            <a:ext cx="502789" cy="242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687783"/>
                </a:solidFill>
              </a:rPr>
              <a:t>ventas</a:t>
            </a:r>
            <a:r>
              <a:rPr lang="en-US" sz="950" b="1" dirty="0">
                <a:solidFill>
                  <a:srgbClr val="687783"/>
                </a:solidFill>
              </a:rPr>
              <a:t> 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22378" y="4305191"/>
            <a:ext cx="2892954" cy="600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ES" sz="1050" dirty="0">
                <a:solidFill>
                  <a:srgbClr val="253746"/>
                </a:solidFill>
              </a:rPr>
              <a:t>Proteger esta fortaleza y explorar cómo trasladar sus buenas prácticas a otras categorías.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12892" y="1499616"/>
            <a:ext cx="3451932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477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941492" y="1737360"/>
            <a:ext cx="539364" cy="532428"/>
          </a:xfrm>
          <a:prstGeom prst="ellipse">
            <a:avLst/>
          </a:prstGeom>
          <a:solidFill>
            <a:srgbClr val="2477A8"/>
          </a:solidFill>
          <a:ln w="12700">
            <a:solidFill>
              <a:srgbClr val="2477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8032932" y="1892807"/>
            <a:ext cx="343232" cy="16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81571" y="1847087"/>
            <a:ext cx="1716159" cy="21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687783"/>
                </a:solidFill>
              </a:rPr>
              <a:t>CLIENTES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9780" y="2312452"/>
            <a:ext cx="2892954" cy="677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F5F"/>
                </a:solidFill>
              </a:rPr>
              <a:t>Member aporta más valor, pero no más satisfacción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962305" y="3256604"/>
            <a:ext cx="1182497" cy="43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477A8"/>
                </a:solidFill>
              </a:rPr>
              <a:t>50,85%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80594" y="3734287"/>
            <a:ext cx="1170472" cy="242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87783"/>
                </a:solidFill>
              </a:rPr>
              <a:t>de las ventas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959780" y="4276704"/>
            <a:ext cx="2892954" cy="600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3746"/>
                </a:solidFill>
              </a:rPr>
              <a:t>El ticket medio Member es €327,79 frente a €318,12 en Normal, aunque su rating medio es ligeramente inferior.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4360" y="5742432"/>
            <a:ext cx="10351008" cy="576072"/>
          </a:xfrm>
          <a:prstGeom prst="roundRect">
            <a:avLst/>
          </a:prstGeom>
          <a:solidFill>
            <a:srgbClr val="163F5F"/>
          </a:solidFill>
          <a:ln w="12700">
            <a:solidFill>
              <a:srgbClr val="163F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850392" y="59253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F2C94C"/>
                </a:solidFill>
              </a:rPr>
              <a:t>IINSIGHT CLAVE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88920" y="5879592"/>
            <a:ext cx="7818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</a:rPr>
              <a:t>Las decisiones comerciales deben combinar ventas, ticket medio y rating; ninguna métrica explica por sí sola el rendimiento.</a:t>
            </a:r>
            <a:endParaRPr lang="en-US" sz="1220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19AF3894-333B-5767-35BD-D950ACF93F20}"/>
              </a:ext>
            </a:extLst>
          </p:cNvPr>
          <p:cNvSpPr/>
          <p:nvPr/>
        </p:nvSpPr>
        <p:spPr>
          <a:xfrm>
            <a:off x="530280" y="621720"/>
            <a:ext cx="7954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 err="1">
                <a:solidFill>
                  <a:srgbClr val="123B5D"/>
                </a:solidFill>
                <a:effectLst/>
                <a:uFillTx/>
                <a:latin typeface="Aptos"/>
              </a:rPr>
              <a:t>Principales</a:t>
            </a:r>
            <a:r>
              <a:rPr lang="en-US" sz="26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 Insights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6DE13EF7-387B-26F6-3ED1-D04666CA0539}"/>
              </a:ext>
            </a:extLst>
          </p:cNvPr>
          <p:cNvSpPr/>
          <p:nvPr/>
        </p:nvSpPr>
        <p:spPr>
          <a:xfrm>
            <a:off x="530280" y="1210788"/>
            <a:ext cx="1097280" cy="9360"/>
          </a:xfrm>
          <a:prstGeom prst="line">
            <a:avLst/>
          </a:prstGeom>
          <a:ln w="508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93C29CC5-4BF7-C145-D114-AAFAC523619A}"/>
              </a:ext>
            </a:extLst>
          </p:cNvPr>
          <p:cNvSpPr/>
          <p:nvPr/>
        </p:nvSpPr>
        <p:spPr>
          <a:xfrm>
            <a:off x="580572" y="1499616"/>
            <a:ext cx="3451932" cy="3794760"/>
          </a:xfrm>
          <a:prstGeom prst="roundRect">
            <a:avLst/>
          </a:prstGeom>
          <a:solidFill>
            <a:srgbClr val="E8F2F8"/>
          </a:solidFill>
          <a:ln w="19050">
            <a:solidFill>
              <a:srgbClr val="2477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FE121B5E-B497-31DE-35BE-334CE6479A16}"/>
              </a:ext>
            </a:extLst>
          </p:cNvPr>
          <p:cNvSpPr/>
          <p:nvPr/>
        </p:nvSpPr>
        <p:spPr>
          <a:xfrm>
            <a:off x="809172" y="1737360"/>
            <a:ext cx="539364" cy="532428"/>
          </a:xfrm>
          <a:prstGeom prst="ellipse">
            <a:avLst/>
          </a:prstGeom>
          <a:solidFill>
            <a:srgbClr val="2477A8"/>
          </a:solidFill>
          <a:ln w="12700">
            <a:solidFill>
              <a:srgbClr val="2477A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B12E545C-F417-C125-DDC8-F3E8B43DF2A1}"/>
              </a:ext>
            </a:extLst>
          </p:cNvPr>
          <p:cNvSpPr/>
          <p:nvPr/>
        </p:nvSpPr>
        <p:spPr>
          <a:xfrm>
            <a:off x="900612" y="1892807"/>
            <a:ext cx="343232" cy="16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BD7E4630-20AF-E114-75F1-C3691B34F9EC}"/>
              </a:ext>
            </a:extLst>
          </p:cNvPr>
          <p:cNvSpPr/>
          <p:nvPr/>
        </p:nvSpPr>
        <p:spPr>
          <a:xfrm>
            <a:off x="1449251" y="1847087"/>
            <a:ext cx="1716159" cy="21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687783"/>
                </a:solidFill>
              </a:rPr>
              <a:t>SUCURSALES</a:t>
            </a:r>
            <a:endParaRPr lang="en-US" sz="900" dirty="0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9C847B6A-994A-82F0-E53D-BDD10181C96C}"/>
              </a:ext>
            </a:extLst>
          </p:cNvPr>
          <p:cNvSpPr/>
          <p:nvPr/>
        </p:nvSpPr>
        <p:spPr>
          <a:xfrm>
            <a:off x="827460" y="2304288"/>
            <a:ext cx="2892954" cy="677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F5F"/>
                </a:solidFill>
              </a:rPr>
              <a:t>Naypyitaw lidera, pero con una ventaja limitada</a:t>
            </a:r>
            <a:endParaRPr lang="en-US" sz="1700" dirty="0"/>
          </a:p>
        </p:txBody>
      </p:sp>
      <p:graphicFrame>
        <p:nvGraphicFramePr>
          <p:cNvPr id="56" name="Chart 0">
            <a:extLst>
              <a:ext uri="{FF2B5EF4-FFF2-40B4-BE49-F238E27FC236}">
                <a16:creationId xmlns:a16="http://schemas.microsoft.com/office/drawing/2014/main" id="{138FFCA0-A397-BC8A-0958-4881C0AA7C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306733"/>
              </p:ext>
            </p:extLst>
          </p:nvPr>
        </p:nvGraphicFramePr>
        <p:xfrm>
          <a:off x="530279" y="2990088"/>
          <a:ext cx="3530385" cy="1858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8" name="Text 12">
            <a:extLst>
              <a:ext uri="{FF2B5EF4-FFF2-40B4-BE49-F238E27FC236}">
                <a16:creationId xmlns:a16="http://schemas.microsoft.com/office/drawing/2014/main" id="{AA9744AD-0CB4-5CE1-814B-33E82B6CF263}"/>
              </a:ext>
            </a:extLst>
          </p:cNvPr>
          <p:cNvSpPr/>
          <p:nvPr/>
        </p:nvSpPr>
        <p:spPr>
          <a:xfrm>
            <a:off x="1027176" y="4869425"/>
            <a:ext cx="2892954" cy="33881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3746"/>
                </a:solidFill>
              </a:rPr>
              <a:t>El rendimiento está equilibrado y no depende de una única sucursal.</a:t>
            </a:r>
            <a:endParaRPr lang="en-US" sz="1050" dirty="0"/>
          </a:p>
        </p:txBody>
      </p:sp>
      <p:sp>
        <p:nvSpPr>
          <p:cNvPr id="60" name="Text 20">
            <a:extLst>
              <a:ext uri="{FF2B5EF4-FFF2-40B4-BE49-F238E27FC236}">
                <a16:creationId xmlns:a16="http://schemas.microsoft.com/office/drawing/2014/main" id="{CABEBF28-081E-C6C1-1DB2-7F2758F2B3E9}"/>
              </a:ext>
            </a:extLst>
          </p:cNvPr>
          <p:cNvSpPr/>
          <p:nvPr/>
        </p:nvSpPr>
        <p:spPr>
          <a:xfrm>
            <a:off x="5832668" y="3329442"/>
            <a:ext cx="1330524" cy="43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163F5F"/>
                </a:solidFill>
              </a:rPr>
              <a:t>7,11</a:t>
            </a:r>
            <a:endParaRPr lang="en-US" sz="2500" dirty="0"/>
          </a:p>
        </p:txBody>
      </p:sp>
      <p:sp>
        <p:nvSpPr>
          <p:cNvPr id="62" name="Text 21">
            <a:extLst>
              <a:ext uri="{FF2B5EF4-FFF2-40B4-BE49-F238E27FC236}">
                <a16:creationId xmlns:a16="http://schemas.microsoft.com/office/drawing/2014/main" id="{2FB91DA6-5043-1FAD-715B-3A9F14101ACE}"/>
              </a:ext>
            </a:extLst>
          </p:cNvPr>
          <p:cNvSpPr/>
          <p:nvPr/>
        </p:nvSpPr>
        <p:spPr>
          <a:xfrm>
            <a:off x="6497930" y="3746766"/>
            <a:ext cx="665262" cy="30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87783"/>
                </a:solidFill>
              </a:rPr>
              <a:t>Rating</a:t>
            </a:r>
            <a:endParaRPr lang="en-US" sz="950" dirty="0"/>
          </a:p>
        </p:txBody>
      </p:sp>
      <p:sp>
        <p:nvSpPr>
          <p:cNvPr id="64" name="Text 30">
            <a:extLst>
              <a:ext uri="{FF2B5EF4-FFF2-40B4-BE49-F238E27FC236}">
                <a16:creationId xmlns:a16="http://schemas.microsoft.com/office/drawing/2014/main" id="{E7CC9C9D-EF4A-5F97-AA19-F43B5A0E5730}"/>
              </a:ext>
            </a:extLst>
          </p:cNvPr>
          <p:cNvSpPr/>
          <p:nvPr/>
        </p:nvSpPr>
        <p:spPr>
          <a:xfrm>
            <a:off x="9557560" y="3261990"/>
            <a:ext cx="1182497" cy="43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solidFill>
                  <a:srgbClr val="2477A8"/>
                </a:solidFill>
              </a:rPr>
              <a:t>6,8</a:t>
            </a:r>
            <a:endParaRPr lang="en-US" sz="2500" dirty="0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056A81C0-5AF4-AD71-3C2A-544B3451716E}"/>
              </a:ext>
            </a:extLst>
          </p:cNvPr>
          <p:cNvSpPr/>
          <p:nvPr/>
        </p:nvSpPr>
        <p:spPr>
          <a:xfrm>
            <a:off x="9575849" y="3739673"/>
            <a:ext cx="1170472" cy="242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87783"/>
                </a:solidFill>
              </a:rPr>
              <a:t>Rating</a:t>
            </a:r>
            <a:endParaRPr lang="en-US" sz="950" dirty="0"/>
          </a:p>
        </p:txBody>
      </p:sp>
      <p:sp>
        <p:nvSpPr>
          <p:cNvPr id="68" name="Text 2">
            <a:extLst>
              <a:ext uri="{FF2B5EF4-FFF2-40B4-BE49-F238E27FC236}">
                <a16:creationId xmlns:a16="http://schemas.microsoft.com/office/drawing/2014/main" id="{30908C0F-A25E-3EBC-97C5-A0F4B9FEF673}"/>
              </a:ext>
            </a:extLst>
          </p:cNvPr>
          <p:cNvSpPr/>
          <p:nvPr/>
        </p:nvSpPr>
        <p:spPr>
          <a:xfrm>
            <a:off x="9367920" y="6464808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dirty="0">
                <a:solidFill>
                  <a:srgbClr val="7A8490"/>
                </a:solidFill>
                <a:effectLst/>
                <a:uFillTx/>
                <a:latin typeface="Aptos"/>
              </a:rPr>
              <a:t>Andrea De Vicente Grau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924C-F470-B729-8E3D-72498C054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>
            <a:extLst>
              <a:ext uri="{FF2B5EF4-FFF2-40B4-BE49-F238E27FC236}">
                <a16:creationId xmlns:a16="http://schemas.microsoft.com/office/drawing/2014/main" id="{8363C2CC-AF42-7B2B-48FA-99D7D482101F}"/>
              </a:ext>
            </a:extLst>
          </p:cNvPr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">
            <a:extLst>
              <a:ext uri="{FF2B5EF4-FFF2-40B4-BE49-F238E27FC236}">
                <a16:creationId xmlns:a16="http://schemas.microsoft.com/office/drawing/2014/main" id="{8F282B78-C113-7ADA-0EFD-D7C3814045A2}"/>
              </a:ext>
            </a:extLst>
          </p:cNvPr>
          <p:cNvSpPr/>
          <p:nvPr/>
        </p:nvSpPr>
        <p:spPr>
          <a:xfrm>
            <a:off x="502920" y="25596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39">
                <a:solidFill>
                  <a:srgbClr val="65717E"/>
                </a:solidFill>
                <a:effectLst/>
                <a:uFillTx/>
                <a:latin typeface="Aptos"/>
                <a:ea typeface="Aptos"/>
              </a:rPr>
              <a:t>SUPERMARKET ANALYTICS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80C2A76C-377A-3A3B-34A0-18491F9BAFFB}"/>
              </a:ext>
            </a:extLst>
          </p:cNvPr>
          <p:cNvSpPr/>
          <p:nvPr/>
        </p:nvSpPr>
        <p:spPr>
          <a:xfrm>
            <a:off x="530280" y="621720"/>
            <a:ext cx="7954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dirty="0" err="1">
                <a:solidFill>
                  <a:srgbClr val="123B5D"/>
                </a:solidFill>
                <a:latin typeface="Aptos"/>
              </a:rPr>
              <a:t>Algunos</a:t>
            </a:r>
            <a:r>
              <a:rPr lang="en-US" sz="2600" b="1" dirty="0">
                <a:solidFill>
                  <a:srgbClr val="123B5D"/>
                </a:solidFill>
                <a:latin typeface="Aptos"/>
              </a:rPr>
              <a:t> </a:t>
            </a:r>
            <a:r>
              <a:rPr lang="en-US" sz="2600" b="1" dirty="0" err="1">
                <a:solidFill>
                  <a:srgbClr val="123B5D"/>
                </a:solidFill>
                <a:latin typeface="Aptos"/>
              </a:rPr>
              <a:t>Ejemplos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C7821DAB-2256-FEB1-4DC3-BB4B3DBCE4DA}"/>
              </a:ext>
            </a:extLst>
          </p:cNvPr>
          <p:cNvSpPr/>
          <p:nvPr/>
        </p:nvSpPr>
        <p:spPr>
          <a:xfrm>
            <a:off x="530280" y="1210788"/>
            <a:ext cx="1097280" cy="9360"/>
          </a:xfrm>
          <a:prstGeom prst="line">
            <a:avLst/>
          </a:prstGeom>
          <a:ln w="508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E35A6B-5513-5D89-5A46-3F075C0A1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80" y="1419167"/>
            <a:ext cx="3762900" cy="25244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511A40-41C2-EB16-5FB5-737DC48D8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809" y="1510360"/>
            <a:ext cx="6849431" cy="25149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736FC5-B5C7-4970-4262-125633A201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42663"/>
            <a:ext cx="3762900" cy="22196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34AFA3-A5DC-1790-4517-5B89904BCC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8809" y="4252112"/>
            <a:ext cx="3762900" cy="2191056"/>
          </a:xfrm>
          <a:prstGeom prst="rect">
            <a:avLst/>
          </a:prstGeom>
        </p:spPr>
      </p:pic>
      <p:sp>
        <p:nvSpPr>
          <p:cNvPr id="14" name="Rectangle: Rounded Corners 13">
            <a:hlinkClick r:id="rId7"/>
            <a:extLst>
              <a:ext uri="{FF2B5EF4-FFF2-40B4-BE49-F238E27FC236}">
                <a16:creationId xmlns:a16="http://schemas.microsoft.com/office/drawing/2014/main" id="{11E3EB7B-C4A7-21F6-E8B6-955B35CC6A38}"/>
              </a:ext>
            </a:extLst>
          </p:cNvPr>
          <p:cNvSpPr/>
          <p:nvPr/>
        </p:nvSpPr>
        <p:spPr>
          <a:xfrm>
            <a:off x="9326880" y="4735844"/>
            <a:ext cx="2002464" cy="1033272"/>
          </a:xfrm>
          <a:prstGeom prst="roundRect">
            <a:avLst/>
          </a:prstGeom>
          <a:solidFill>
            <a:srgbClr val="B6D2EC">
              <a:alpha val="40000"/>
            </a:srgbClr>
          </a:solidFill>
          <a:ln w="12700" cap="flat" cmpd="sng" algn="ctr">
            <a:solidFill>
              <a:srgbClr val="FFC00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ctr">
              <a:lnSpc>
                <a:spcPct val="2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</a:pPr>
            <a:r>
              <a:rPr lang="en-US" sz="2000" b="1" dirty="0">
                <a:solidFill>
                  <a:srgbClr val="FFC000"/>
                </a:solidFill>
              </a:rPr>
              <a:t>DEMO</a:t>
            </a:r>
            <a:endParaRPr lang="es-ES" sz="2000" b="1" dirty="0">
              <a:solidFill>
                <a:srgbClr val="FFC000"/>
              </a:solidFill>
            </a:endParaRPr>
          </a:p>
          <a:p>
            <a:pPr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</a:pPr>
            <a:endParaRPr lang="es-ES" sz="2000" dirty="0" err="1">
              <a:solidFill>
                <a:schemeClr val="tx1"/>
              </a:solidFill>
            </a:endParaRPr>
          </a:p>
        </p:txBody>
      </p:sp>
      <p:pic>
        <p:nvPicPr>
          <p:cNvPr id="18" name="Graphic 17" descr="Cursor with solid fill">
            <a:extLst>
              <a:ext uri="{FF2B5EF4-FFF2-40B4-BE49-F238E27FC236}">
                <a16:creationId xmlns:a16="http://schemas.microsoft.com/office/drawing/2014/main" id="{5C321402-DF4B-D12E-22EC-A88150A6A9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31170" y="5370835"/>
            <a:ext cx="644990" cy="644990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A76B519A-B19C-E814-B2D2-9E5F83A74011}"/>
              </a:ext>
            </a:extLst>
          </p:cNvPr>
          <p:cNvSpPr/>
          <p:nvPr/>
        </p:nvSpPr>
        <p:spPr>
          <a:xfrm>
            <a:off x="9367920" y="6464808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dirty="0">
                <a:solidFill>
                  <a:srgbClr val="7A8490"/>
                </a:solidFill>
                <a:effectLst/>
                <a:uFillTx/>
                <a:latin typeface="Aptos"/>
              </a:rPr>
              <a:t>Andrea De Vicente Grau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2577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12191400" cy="14580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02920" y="25596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139">
                <a:solidFill>
                  <a:srgbClr val="65717E"/>
                </a:solidFill>
                <a:effectLst/>
                <a:uFillTx/>
                <a:latin typeface="Aptos"/>
                <a:ea typeface="Aptos"/>
              </a:rPr>
              <a:t>SUPERMARKET ANALYTICS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30280" y="621720"/>
            <a:ext cx="795492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 dirty="0" err="1">
                <a:solidFill>
                  <a:srgbClr val="123B5D"/>
                </a:solidFill>
                <a:effectLst/>
                <a:uFillTx/>
                <a:latin typeface="Aptos"/>
              </a:rPr>
              <a:t>Desafío</a:t>
            </a:r>
            <a:r>
              <a:rPr lang="en-US" sz="26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 </a:t>
            </a:r>
            <a:r>
              <a:rPr lang="en-US" sz="2600" b="1" u="none" strike="noStrike" dirty="0" err="1">
                <a:solidFill>
                  <a:srgbClr val="123B5D"/>
                </a:solidFill>
                <a:effectLst/>
                <a:uFillTx/>
                <a:latin typeface="Aptos"/>
              </a:rPr>
              <a:t>técnico</a:t>
            </a:r>
            <a:r>
              <a:rPr lang="en-US" sz="2600" b="1" dirty="0">
                <a:solidFill>
                  <a:srgbClr val="123B5D"/>
                </a:solidFill>
                <a:latin typeface="Aptos"/>
              </a:rPr>
              <a:t> y </a:t>
            </a:r>
            <a:r>
              <a:rPr lang="en-US" sz="2600" b="1" dirty="0" err="1">
                <a:solidFill>
                  <a:srgbClr val="123B5D"/>
                </a:solidFill>
                <a:latin typeface="Aptos"/>
              </a:rPr>
              <a:t>aprendizajes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658440" y="1874520"/>
            <a:ext cx="242280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2C94C"/>
            </a:solidFill>
            <a:round/>
          </a:ln>
          <a:effectLst>
            <a:outerShdw blurRad="1908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1417320" y="2148840"/>
            <a:ext cx="877320" cy="8773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1636920" y="236844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n-US" sz="1700" b="1" dirty="0">
                <a:solidFill>
                  <a:srgbClr val="123B5D"/>
                </a:solidFill>
                <a:latin typeface="Aptos"/>
              </a:rPr>
              <a:t>1</a:t>
            </a:r>
          </a:p>
        </p:txBody>
      </p:sp>
      <p:sp>
        <p:nvSpPr>
          <p:cNvPr id="123" name="Text 10"/>
          <p:cNvSpPr/>
          <p:nvPr/>
        </p:nvSpPr>
        <p:spPr>
          <a:xfrm>
            <a:off x="914400" y="32734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dirty="0">
                <a:solidFill>
                  <a:srgbClr val="123B5D"/>
                </a:solidFill>
                <a:latin typeface="Aptos"/>
              </a:rPr>
              <a:t>I</a:t>
            </a:r>
            <a:r>
              <a:rPr lang="en-US" sz="15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MPORTACIÓN Y LIMPIEZA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932760" y="3794760"/>
            <a:ext cx="1874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Alinear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fechas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, horas y campos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numéricos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con Power Query.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2"/>
          <p:cNvSpPr/>
          <p:nvPr/>
        </p:nvSpPr>
        <p:spPr>
          <a:xfrm>
            <a:off x="3127320" y="3081600"/>
            <a:ext cx="310680" cy="383760"/>
          </a:xfrm>
          <a:prstGeom prst="chevron">
            <a:avLst>
              <a:gd name="adj" fmla="val 50000"/>
            </a:avLst>
          </a:prstGeom>
          <a:solidFill>
            <a:srgbClr val="AAB6C1"/>
          </a:solidFill>
          <a:ln w="12700">
            <a:solidFill>
              <a:srgbClr val="AAB6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3474720" y="1874520"/>
            <a:ext cx="242280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2C94C"/>
            </a:solidFill>
            <a:round/>
          </a:ln>
          <a:effectLst>
            <a:outerShdw blurRad="1908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4"/>
          <p:cNvSpPr/>
          <p:nvPr/>
        </p:nvSpPr>
        <p:spPr>
          <a:xfrm>
            <a:off x="4233600" y="2148840"/>
            <a:ext cx="877320" cy="8773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4453200" y="236844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2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3730680" y="32734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MODELAR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3749040" y="3794760"/>
            <a:ext cx="1874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Separar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métricas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de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volumen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, valor y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satisfacción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.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8"/>
          <p:cNvSpPr/>
          <p:nvPr/>
        </p:nvSpPr>
        <p:spPr>
          <a:xfrm>
            <a:off x="5943600" y="3081600"/>
            <a:ext cx="310680" cy="383760"/>
          </a:xfrm>
          <a:prstGeom prst="chevron">
            <a:avLst>
              <a:gd name="adj" fmla="val 50000"/>
            </a:avLst>
          </a:prstGeom>
          <a:solidFill>
            <a:srgbClr val="AAB6C1"/>
          </a:solidFill>
          <a:ln w="12700">
            <a:solidFill>
              <a:srgbClr val="AAB6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9"/>
          <p:cNvSpPr/>
          <p:nvPr/>
        </p:nvSpPr>
        <p:spPr>
          <a:xfrm>
            <a:off x="6291000" y="1874520"/>
            <a:ext cx="242280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chemeClr val="accent1">
                <a:lumMod val="50000"/>
              </a:schemeClr>
            </a:solidFill>
            <a:round/>
          </a:ln>
          <a:effectLst>
            <a:outerShdw blurRad="1908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0"/>
          <p:cNvSpPr/>
          <p:nvPr/>
        </p:nvSpPr>
        <p:spPr>
          <a:xfrm>
            <a:off x="7049880" y="2148840"/>
            <a:ext cx="877320" cy="8773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2474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1"/>
          <p:cNvSpPr/>
          <p:nvPr/>
        </p:nvSpPr>
        <p:spPr>
          <a:xfrm>
            <a:off x="7269480" y="236844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2"/>
          <p:cNvSpPr/>
          <p:nvPr/>
        </p:nvSpPr>
        <p:spPr>
          <a:xfrm>
            <a:off x="6546960" y="32734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VALIDAR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3"/>
          <p:cNvSpPr/>
          <p:nvPr/>
        </p:nvSpPr>
        <p:spPr>
          <a:xfrm>
            <a:off x="6565320" y="3794760"/>
            <a:ext cx="1874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Comprobar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totales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entre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datos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limpios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y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tablas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dinámicas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.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4"/>
          <p:cNvSpPr/>
          <p:nvPr/>
        </p:nvSpPr>
        <p:spPr>
          <a:xfrm>
            <a:off x="8759880" y="3081600"/>
            <a:ext cx="310680" cy="383760"/>
          </a:xfrm>
          <a:prstGeom prst="chevron">
            <a:avLst>
              <a:gd name="adj" fmla="val 50000"/>
            </a:avLst>
          </a:prstGeom>
          <a:solidFill>
            <a:srgbClr val="AAB6C1"/>
          </a:solidFill>
          <a:ln w="12700">
            <a:solidFill>
              <a:srgbClr val="AAB6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5"/>
          <p:cNvSpPr/>
          <p:nvPr/>
        </p:nvSpPr>
        <p:spPr>
          <a:xfrm>
            <a:off x="9107280" y="1874520"/>
            <a:ext cx="2422800" cy="3245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chemeClr val="accent1">
                <a:lumMod val="50000"/>
              </a:schemeClr>
            </a:solidFill>
            <a:round/>
          </a:ln>
          <a:effectLst>
            <a:outerShdw blurRad="19080" dist="7127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6"/>
          <p:cNvSpPr/>
          <p:nvPr/>
        </p:nvSpPr>
        <p:spPr>
          <a:xfrm>
            <a:off x="9866520" y="2148840"/>
            <a:ext cx="877320" cy="8773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2474A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7"/>
          <p:cNvSpPr/>
          <p:nvPr/>
        </p:nvSpPr>
        <p:spPr>
          <a:xfrm>
            <a:off x="10085760" y="2368440"/>
            <a:ext cx="438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8"/>
          <p:cNvSpPr/>
          <p:nvPr/>
        </p:nvSpPr>
        <p:spPr>
          <a:xfrm>
            <a:off x="9363600" y="32734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23B5D"/>
                </a:solidFill>
                <a:effectLst/>
                <a:uFillTx/>
                <a:latin typeface="Aptos"/>
              </a:rPr>
              <a:t>ANALIZAR Y VISUALES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9"/>
          <p:cNvSpPr/>
          <p:nvPr/>
        </p:nvSpPr>
        <p:spPr>
          <a:xfrm>
            <a:off x="9381600" y="3794760"/>
            <a:ext cx="18741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Reducir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el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análisis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a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gráficos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y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mensajes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 </a:t>
            </a:r>
            <a:r>
              <a:rPr lang="en-US" sz="1120" b="0" u="none" strike="noStrike" dirty="0" err="1">
                <a:solidFill>
                  <a:srgbClr val="65717E"/>
                </a:solidFill>
                <a:effectLst/>
                <a:uFillTx/>
                <a:latin typeface="Aptos"/>
              </a:rPr>
              <a:t>accionables</a:t>
            </a:r>
            <a:r>
              <a:rPr lang="en-US" sz="1120" b="0" u="none" strike="noStrike" dirty="0">
                <a:solidFill>
                  <a:srgbClr val="65717E"/>
                </a:solidFill>
                <a:effectLst/>
                <a:uFillTx/>
                <a:latin typeface="Aptos"/>
              </a:rPr>
              <a:t>.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46596F45-EA86-95EA-75A3-CDD52180123C}"/>
              </a:ext>
            </a:extLst>
          </p:cNvPr>
          <p:cNvSpPr/>
          <p:nvPr/>
        </p:nvSpPr>
        <p:spPr>
          <a:xfrm>
            <a:off x="530280" y="1210788"/>
            <a:ext cx="1097280" cy="9360"/>
          </a:xfrm>
          <a:prstGeom prst="line">
            <a:avLst/>
          </a:prstGeom>
          <a:ln w="50800">
            <a:solidFill>
              <a:srgbClr val="F2C94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FC65079-DAE5-412D-33CE-EC665CABBF68}"/>
              </a:ext>
            </a:extLst>
          </p:cNvPr>
          <p:cNvSpPr/>
          <p:nvPr/>
        </p:nvSpPr>
        <p:spPr>
          <a:xfrm>
            <a:off x="9367920" y="6464808"/>
            <a:ext cx="2148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 dirty="0">
                <a:solidFill>
                  <a:srgbClr val="7A8490"/>
                </a:solidFill>
                <a:effectLst/>
                <a:uFillTx/>
                <a:latin typeface="Aptos"/>
              </a:rPr>
              <a:t>Andrea De Vicente Grau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1F5A7-EB28-7D74-1333-4152FBA9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9">
            <a:extLst>
              <a:ext uri="{FF2B5EF4-FFF2-40B4-BE49-F238E27FC236}">
                <a16:creationId xmlns:a16="http://schemas.microsoft.com/office/drawing/2014/main" id="{24451F5B-C30E-D525-1297-A8EC423A2468}"/>
              </a:ext>
            </a:extLst>
          </p:cNvPr>
          <p:cNvSpPr txBox="1">
            <a:spLocks/>
          </p:cNvSpPr>
          <p:nvPr/>
        </p:nvSpPr>
        <p:spPr>
          <a:xfrm>
            <a:off x="2791841" y="3145124"/>
            <a:ext cx="6608318" cy="5677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i="0" kern="1200">
                <a:solidFill>
                  <a:schemeClr val="bg1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US" sz="4000" dirty="0">
                <a:solidFill>
                  <a:schemeClr val="tx1"/>
                </a:solidFill>
              </a:rPr>
              <a:t>¡M</a:t>
            </a:r>
            <a:r>
              <a:rPr lang="es-ES" sz="4000" dirty="0" err="1">
                <a:solidFill>
                  <a:schemeClr val="tx1"/>
                </a:solidFill>
              </a:rPr>
              <a:t>uchas</a:t>
            </a:r>
            <a:r>
              <a:rPr lang="es-ES" sz="4000" dirty="0">
                <a:solidFill>
                  <a:schemeClr val="tx1"/>
                </a:solidFill>
              </a:rPr>
              <a:t> Gracias!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9796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</p:tagLst>
</file>

<file path=ppt/theme/theme1.xml><?xml version="1.0" encoding="utf-8"?>
<a:theme xmlns:a="http://schemas.openxmlformats.org/drawingml/2006/main" name="Large Text [LIGHT]">
  <a:themeElements>
    <a:clrScheme name="Custom 86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Y-Light-global-widescreen-presentation-template-v2.4.potx" id="{4873A972-18D8-4702-A6FD-0859A19446E1}" vid="{EEA39337-125E-41F6-BA9E-17F89F617808}"/>
    </a:ext>
  </a:extLst>
</a:theme>
</file>

<file path=ppt/theme/theme2.xml><?xml version="1.0" encoding="utf-8"?>
<a:theme xmlns:a="http://schemas.openxmlformats.org/drawingml/2006/main" name="Small Text [LIGHT]">
  <a:themeElements>
    <a:clrScheme name="Custom 87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  <a:effectLst/>
      </a:spPr>
      <a:bodyPr lIns="108000" tIns="108000" rIns="108000" bIns="108000" rtlCol="0" anchor="t" anchorCtr="0"/>
      <a:lstStyle>
        <a:defPPr marL="252000" marR="0" indent="-252000" algn="l" defTabSz="914400" eaLnBrk="1" fontAlgn="auto" latinLnBrk="0" hangingPunct="1">
          <a:lnSpc>
            <a:spcPct val="90000"/>
          </a:lnSpc>
          <a:spcBef>
            <a:spcPts val="400"/>
          </a:spcBef>
          <a:spcAft>
            <a:spcPts val="400"/>
          </a:spcAft>
          <a:buClr>
            <a:srgbClr val="FFE600"/>
          </a:buClr>
          <a:buSzTx/>
          <a:buFont typeface="Wingdings" pitchFamily="2" charset="2"/>
          <a:buChar char="§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solidFill>
              <a:srgbClr val="1A1A24"/>
            </a:solidFill>
            <a:effectLst/>
            <a:uLnTx/>
            <a:uFillTx/>
            <a:latin typeface="EYInterstate Light"/>
            <a:ea typeface="+mn-ea"/>
            <a:cs typeface="+mn-cs"/>
          </a:defRPr>
        </a:defPPr>
      </a:lst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Y-Light-global-widescreen-presentation-template-v2.4.potx" id="{4873A972-18D8-4702-A6FD-0859A19446E1}" vid="{7E4D37D8-D18F-4FC1-BB23-B78C668D4B7A}"/>
    </a:ext>
  </a:extLst>
</a:theme>
</file>

<file path=ppt/theme/theme3.xml><?xml version="1.0" encoding="utf-8"?>
<a:theme xmlns:a="http://schemas.openxmlformats.org/drawingml/2006/main" name="EY Core Slides">
  <a:themeElements>
    <a:clrScheme name="Custom 88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  <a:effectLst/>
      </a:spPr>
      <a:bodyPr lIns="108000" tIns="108000" rIns="108000" bIns="108000" rtlCol="0" anchor="t" anchorCtr="0"/>
      <a:lstStyle>
        <a:defPPr marL="252000" marR="0" indent="-252000" algn="l" defTabSz="914400" eaLnBrk="1" fontAlgn="auto" latinLnBrk="0" hangingPunct="1">
          <a:lnSpc>
            <a:spcPct val="90000"/>
          </a:lnSpc>
          <a:spcBef>
            <a:spcPts val="400"/>
          </a:spcBef>
          <a:spcAft>
            <a:spcPts val="400"/>
          </a:spcAft>
          <a:buClr>
            <a:srgbClr val="FFE600"/>
          </a:buClr>
          <a:buSzTx/>
          <a:buFont typeface="Wingdings" pitchFamily="2" charset="2"/>
          <a:buChar char="§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solidFill>
              <a:srgbClr val="1A1A24"/>
            </a:solidFill>
            <a:effectLst/>
            <a:uLnTx/>
            <a:uFillTx/>
          </a:defRPr>
        </a:defPPr>
      </a:lst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Y-Light-global-widescreen-presentation-template-v2.4.potx" id="{4873A972-18D8-4702-A6FD-0859A19446E1}" vid="{1C03A371-49FD-4572-AD1F-3385297AA109}"/>
    </a:ext>
  </a:extLst>
</a:theme>
</file>

<file path=ppt/theme/theme4.xml><?xml version="1.0" encoding="utf-8"?>
<a:theme xmlns:a="http://schemas.openxmlformats.org/drawingml/2006/main" name="1_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Y-Light-global-widescreen-presentation-template-v2.4.potx" id="{4873A972-18D8-4702-A6FD-0859A19446E1}" vid="{297F0B25-DFE4-4917-B8D4-40EC64E39694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24D6B7C3717C47AB301E11BF9B4951" ma:contentTypeVersion="4" ma:contentTypeDescription="Create a new document." ma:contentTypeScope="" ma:versionID="6a2ac9e823fe16b7fbf39f49d883e91a">
  <xsd:schema xmlns:xsd="http://www.w3.org/2001/XMLSchema" xmlns:xs="http://www.w3.org/2001/XMLSchema" xmlns:p="http://schemas.microsoft.com/office/2006/metadata/properties" xmlns:ns2="714879ae-1033-45c6-9be3-c577918c63c3" targetNamespace="http://schemas.microsoft.com/office/2006/metadata/properties" ma:root="true" ma:fieldsID="67b307d9afce70da7b4a92e414b6e779" ns2:_="">
    <xsd:import namespace="714879ae-1033-45c6-9be3-c577918c63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879ae-1033-45c6-9be3-c577918c63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C014D9-0F8B-4066-823B-E589F64FAF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F3EB86-FB13-4C5C-B0AA-1D887D1073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4879ae-1033-45c6-9be3-c577918c63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087F47-891A-4332-AEE8-A122FCE56C49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714879ae-1033-45c6-9be3-c577918c63c3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EY-Light-global-widescreen-presentation-template-v2.5</Template>
  <TotalTime>286</TotalTime>
  <Words>327</Words>
  <Application>Microsoft Office PowerPoint</Application>
  <PresentationFormat>Widescreen</PresentationFormat>
  <Paragraphs>82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Aptos</vt:lpstr>
      <vt:lpstr>Arial</vt:lpstr>
      <vt:lpstr>Calibri</vt:lpstr>
      <vt:lpstr>EYInterstate</vt:lpstr>
      <vt:lpstr>EYInterstate Light</vt:lpstr>
      <vt:lpstr>Georgia Pro</vt:lpstr>
      <vt:lpstr>Times New Roman</vt:lpstr>
      <vt:lpstr>Wingdings</vt:lpstr>
      <vt:lpstr>Large Text [LIGHT]</vt:lpstr>
      <vt:lpstr>Small Text [LIGHT]</vt:lpstr>
      <vt:lpstr>EY Core Slides</vt:lpstr>
      <vt:lpstr>1_EY Core Slides</vt:lpstr>
      <vt:lpstr>Análisis de ventas en supermercado: sucursales, productos y clientes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De Vicente Grau</dc:creator>
  <cp:lastModifiedBy>Andrea De Vicente Grau</cp:lastModifiedBy>
  <cp:revision>1</cp:revision>
  <dcterms:created xsi:type="dcterms:W3CDTF">2026-09-17T10:52:33Z</dcterms:created>
  <dcterms:modified xsi:type="dcterms:W3CDTF">2026-09-17T19:52:45Z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0x01010039AC5ADA8D426E4FBEDF652E9440888F</vt:lpwstr>
  </property>
</Properties>
</file>